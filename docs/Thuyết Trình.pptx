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14"/>
  </p:notesMasterIdLst>
  <p:sldIdLst>
    <p:sldId id="256" r:id="rId3"/>
    <p:sldId id="258" r:id="rId4"/>
    <p:sldId id="260" r:id="rId5"/>
    <p:sldId id="290" r:id="rId6"/>
    <p:sldId id="291" r:id="rId7"/>
    <p:sldId id="292" r:id="rId8"/>
    <p:sldId id="293" r:id="rId9"/>
    <p:sldId id="294" r:id="rId10"/>
    <p:sldId id="296" r:id="rId11"/>
    <p:sldId id="295" r:id="rId12"/>
    <p:sldId id="289" r:id="rId13"/>
  </p:sldIdLst>
  <p:sldSz cx="9144000" cy="5143500" type="screen16x9"/>
  <p:notesSz cx="6858000" cy="9144000"/>
  <p:embeddedFontLst>
    <p:embeddedFont>
      <p:font typeface="Antic Didone" panose="020B0604020202020204" charset="0"/>
      <p:regular r:id="rId15"/>
    </p:embeddedFont>
    <p:embeddedFont>
      <p:font typeface="Candara" panose="020E0502030303020204" pitchFamily="34" charset="0"/>
      <p:regular r:id="rId16"/>
      <p:bold r:id="rId17"/>
      <p:italic r:id="rId18"/>
      <p:boldItalic r:id="rId19"/>
    </p:embeddedFont>
    <p:embeddedFont>
      <p:font typeface="DM Sans" pitchFamily="2" charset="0"/>
      <p:regular r:id="rId20"/>
      <p:bold r:id="rId21"/>
      <p:italic r:id="rId22"/>
      <p:boldItalic r:id="rId23"/>
    </p:embeddedFont>
    <p:embeddedFont>
      <p:font typeface="Hanken Grotesk" panose="020B0604020202020204" charset="0"/>
      <p:regular r:id="rId24"/>
      <p:bold r:id="rId25"/>
      <p:italic r:id="rId26"/>
      <p:boldItalic r:id="rId27"/>
    </p:embeddedFont>
    <p:embeddedFont>
      <p:font typeface="Inter" panose="020B0604020202020204" charset="0"/>
      <p:regular r:id="rId28"/>
      <p:bold r:id="rId29"/>
      <p:italic r:id="rId30"/>
      <p:boldItalic r:id="rId31"/>
    </p:embeddedFont>
    <p:embeddedFont>
      <p:font typeface="Montserrat" pitchFamily="2" charset="0"/>
      <p:regular r:id="rId32"/>
      <p:bold r:id="rId33"/>
      <p:italic r:id="rId34"/>
      <p:boldItalic r:id="rId35"/>
    </p:embeddedFont>
    <p:embeddedFont>
      <p:font typeface="Montserrat Black" pitchFamily="2" charset="0"/>
      <p:bold r:id="rId36"/>
      <p:boldItalic r:id="rId37"/>
    </p:embeddedFont>
    <p:embeddedFont>
      <p:font typeface="Montserrat Medium" pitchFamily="2" charset="0"/>
      <p:regular r:id="rId38"/>
      <p:italic r:id="rId39"/>
    </p:embeddedFont>
    <p:embeddedFont>
      <p:font typeface="Raleway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FA95E6-DEEE-44D1-8FB4-04FB89CAA7D6}" v="308" dt="2025-07-28T17:37:58.054"/>
  </p1510:revLst>
</p1510:revInfo>
</file>

<file path=ppt/tableStyles.xml><?xml version="1.0" encoding="utf-8"?>
<a:tblStyleLst xmlns:a="http://schemas.openxmlformats.org/drawingml/2006/main" def="{7A23F211-3194-4A30-B39A-9DCFC0AB1388}">
  <a:tblStyle styleId="{7A23F211-3194-4A30-B39A-9DCFC0AB13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font" Target="fonts/font25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font" Target="fonts/font28.fntdata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9" Type="http://schemas.openxmlformats.org/officeDocument/2006/relationships/font" Target="fonts/font15.fntdata"/><Relationship Id="rId11" Type="http://schemas.openxmlformats.org/officeDocument/2006/relationships/slide" Target="slides/slide9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font" Target="fonts/font26.fntdata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49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43" Type="http://schemas.openxmlformats.org/officeDocument/2006/relationships/font" Target="fonts/font29.fntdata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Relationship Id="rId46" Type="http://schemas.openxmlformats.org/officeDocument/2006/relationships/theme" Target="theme/theme1.xml"/><Relationship Id="rId20" Type="http://schemas.openxmlformats.org/officeDocument/2006/relationships/font" Target="fonts/font6.fntdata"/><Relationship Id="rId41" Type="http://schemas.openxmlformats.org/officeDocument/2006/relationships/font" Target="fonts/font2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374802010192 - Trần Võ Huy - 71K29CNTT12" userId="0d5f872e-7409-4b24-a716-40380f311d86" providerId="ADAL" clId="{06FA95E6-DEEE-44D1-8FB4-04FB89CAA7D6}"/>
    <pc:docChg chg="undo custSel addSld delSld modSld sldOrd modMainMaster">
      <pc:chgData name="2374802010192 - Trần Võ Huy - 71K29CNTT12" userId="0d5f872e-7409-4b24-a716-40380f311d86" providerId="ADAL" clId="{06FA95E6-DEEE-44D1-8FB4-04FB89CAA7D6}" dt="2025-07-28T17:38:27.085" v="2448" actId="478"/>
      <pc:docMkLst>
        <pc:docMk/>
      </pc:docMkLst>
      <pc:sldChg chg="addSp delSp modSp mod modTransition">
        <pc:chgData name="2374802010192 - Trần Võ Huy - 71K29CNTT12" userId="0d5f872e-7409-4b24-a716-40380f311d86" providerId="ADAL" clId="{06FA95E6-DEEE-44D1-8FB4-04FB89CAA7D6}" dt="2025-07-26T07:08:35.180" v="2372" actId="1076"/>
        <pc:sldMkLst>
          <pc:docMk/>
          <pc:sldMk cId="0" sldId="256"/>
        </pc:sldMkLst>
        <pc:spChg chg="add mod">
          <ac:chgData name="2374802010192 - Trần Võ Huy - 71K29CNTT12" userId="0d5f872e-7409-4b24-a716-40380f311d86" providerId="ADAL" clId="{06FA95E6-DEEE-44D1-8FB4-04FB89CAA7D6}" dt="2025-07-22T02:12:53.067" v="591" actId="1076"/>
          <ac:spMkLst>
            <pc:docMk/>
            <pc:sldMk cId="0" sldId="256"/>
            <ac:spMk id="8" creationId="{BC356B5E-F8C6-788C-BE62-093677BE2DFF}"/>
          </ac:spMkLst>
        </pc:spChg>
        <pc:spChg chg="add mod">
          <ac:chgData name="2374802010192 - Trần Võ Huy - 71K29CNTT12" userId="0d5f872e-7409-4b24-a716-40380f311d86" providerId="ADAL" clId="{06FA95E6-DEEE-44D1-8FB4-04FB89CAA7D6}" dt="2025-07-22T02:13:06.218" v="594" actId="1076"/>
          <ac:spMkLst>
            <pc:docMk/>
            <pc:sldMk cId="0" sldId="256"/>
            <ac:spMk id="9" creationId="{A398A5FB-C6F0-6F3A-A0D6-BC4DECBEF293}"/>
          </ac:spMkLst>
        </pc:spChg>
        <pc:spChg chg="add mod">
          <ac:chgData name="2374802010192 - Trần Võ Huy - 71K29CNTT12" userId="0d5f872e-7409-4b24-a716-40380f311d86" providerId="ADAL" clId="{06FA95E6-DEEE-44D1-8FB4-04FB89CAA7D6}" dt="2025-07-22T02:12:49.378" v="590" actId="1076"/>
          <ac:spMkLst>
            <pc:docMk/>
            <pc:sldMk cId="0" sldId="256"/>
            <ac:spMk id="10" creationId="{07F19E6A-FD8A-6A4B-5477-6DAEB5F3F56E}"/>
          </ac:spMkLst>
        </pc:spChg>
        <pc:spChg chg="add mod">
          <ac:chgData name="2374802010192 - Trần Võ Huy - 71K29CNTT12" userId="0d5f872e-7409-4b24-a716-40380f311d86" providerId="ADAL" clId="{06FA95E6-DEEE-44D1-8FB4-04FB89CAA7D6}" dt="2025-07-22T02:13:01.746" v="592" actId="1076"/>
          <ac:spMkLst>
            <pc:docMk/>
            <pc:sldMk cId="0" sldId="256"/>
            <ac:spMk id="11" creationId="{80C4AEFC-1ECD-AFB2-E36B-A5BC05CF3844}"/>
          </ac:spMkLst>
        </pc:spChg>
        <pc:picChg chg="add mod">
          <ac:chgData name="2374802010192 - Trần Võ Huy - 71K29CNTT12" userId="0d5f872e-7409-4b24-a716-40380f311d86" providerId="ADAL" clId="{06FA95E6-DEEE-44D1-8FB4-04FB89CAA7D6}" dt="2025-07-26T07:08:35.180" v="2372" actId="1076"/>
          <ac:picMkLst>
            <pc:docMk/>
            <pc:sldMk cId="0" sldId="256"/>
            <ac:picMk id="1026" creationId="{B55C7A33-7600-D6DB-C4DC-73203B4D8794}"/>
          </ac:picMkLst>
        </pc:picChg>
        <pc:cxnChg chg="mod">
          <ac:chgData name="2374802010192 - Trần Võ Huy - 71K29CNTT12" userId="0d5f872e-7409-4b24-a716-40380f311d86" providerId="ADAL" clId="{06FA95E6-DEEE-44D1-8FB4-04FB89CAA7D6}" dt="2025-07-22T02:13:03.714" v="593" actId="1076"/>
          <ac:cxnSpMkLst>
            <pc:docMk/>
            <pc:sldMk cId="0" sldId="256"/>
            <ac:cxnSpMk id="150" creationId="{00000000-0000-0000-0000-000000000000}"/>
          </ac:cxnSpMkLst>
        </pc:cxnChg>
      </pc:sldChg>
      <pc:sldChg chg="del">
        <pc:chgData name="2374802010192 - Trần Võ Huy - 71K29CNTT12" userId="0d5f872e-7409-4b24-a716-40380f311d86" providerId="ADAL" clId="{06FA95E6-DEEE-44D1-8FB4-04FB89CAA7D6}" dt="2025-07-22T02:23:05.109" v="740" actId="47"/>
        <pc:sldMkLst>
          <pc:docMk/>
          <pc:sldMk cId="0" sldId="257"/>
        </pc:sldMkLst>
      </pc:sldChg>
      <pc:sldChg chg="addSp delSp modSp mod modTransition">
        <pc:chgData name="2374802010192 - Trần Võ Huy - 71K29CNTT12" userId="0d5f872e-7409-4b24-a716-40380f311d86" providerId="ADAL" clId="{06FA95E6-DEEE-44D1-8FB4-04FB89CAA7D6}" dt="2025-07-26T07:08:37.297" v="2373"/>
        <pc:sldMkLst>
          <pc:docMk/>
          <pc:sldMk cId="0" sldId="258"/>
        </pc:sldMkLst>
        <pc:spChg chg="add mod">
          <ac:chgData name="2374802010192 - Trần Võ Huy - 71K29CNTT12" userId="0d5f872e-7409-4b24-a716-40380f311d86" providerId="ADAL" clId="{06FA95E6-DEEE-44D1-8FB4-04FB89CAA7D6}" dt="2025-07-22T02:22:06.172" v="731" actId="114"/>
          <ac:spMkLst>
            <pc:docMk/>
            <pc:sldMk cId="0" sldId="258"/>
            <ac:spMk id="8" creationId="{C46FB523-EF75-6E3A-5D0B-E67842051951}"/>
          </ac:spMkLst>
        </pc:spChg>
        <pc:spChg chg="add mod">
          <ac:chgData name="2374802010192 - Trần Võ Huy - 71K29CNTT12" userId="0d5f872e-7409-4b24-a716-40380f311d86" providerId="ADAL" clId="{06FA95E6-DEEE-44D1-8FB4-04FB89CAA7D6}" dt="2025-07-22T02:18:17.601" v="685" actId="20577"/>
          <ac:spMkLst>
            <pc:docMk/>
            <pc:sldMk cId="0" sldId="258"/>
            <ac:spMk id="9" creationId="{F03A1952-2ADD-35F6-24BF-F1BED7F46734}"/>
          </ac:spMkLst>
        </pc:spChg>
        <pc:spChg chg="add mod">
          <ac:chgData name="2374802010192 - Trần Võ Huy - 71K29CNTT12" userId="0d5f872e-7409-4b24-a716-40380f311d86" providerId="ADAL" clId="{06FA95E6-DEEE-44D1-8FB4-04FB89CAA7D6}" dt="2025-07-22T02:22:22.755" v="739" actId="113"/>
          <ac:spMkLst>
            <pc:docMk/>
            <pc:sldMk cId="0" sldId="258"/>
            <ac:spMk id="10" creationId="{A607484B-ED81-D2EE-EEFE-20E6B78776DD}"/>
          </ac:spMkLst>
        </pc:spChg>
        <pc:spChg chg="add mod">
          <ac:chgData name="2374802010192 - Trần Võ Huy - 71K29CNTT12" userId="0d5f872e-7409-4b24-a716-40380f311d86" providerId="ADAL" clId="{06FA95E6-DEEE-44D1-8FB4-04FB89CAA7D6}" dt="2025-07-22T02:22:08.663" v="732" actId="114"/>
          <ac:spMkLst>
            <pc:docMk/>
            <pc:sldMk cId="0" sldId="258"/>
            <ac:spMk id="11" creationId="{5BADC5F8-4E3E-2EBF-5711-45A695FC3074}"/>
          </ac:spMkLst>
        </pc:spChg>
        <pc:spChg chg="add mod">
          <ac:chgData name="2374802010192 - Trần Võ Huy - 71K29CNTT12" userId="0d5f872e-7409-4b24-a716-40380f311d86" providerId="ADAL" clId="{06FA95E6-DEEE-44D1-8FB4-04FB89CAA7D6}" dt="2025-07-22T02:18:21.128" v="687" actId="20577"/>
          <ac:spMkLst>
            <pc:docMk/>
            <pc:sldMk cId="0" sldId="258"/>
            <ac:spMk id="12" creationId="{DFEC901B-DA77-761F-50DC-17C92996D911}"/>
          </ac:spMkLst>
        </pc:spChg>
        <pc:spChg chg="add mod">
          <ac:chgData name="2374802010192 - Trần Võ Huy - 71K29CNTT12" userId="0d5f872e-7409-4b24-a716-40380f311d86" providerId="ADAL" clId="{06FA95E6-DEEE-44D1-8FB4-04FB89CAA7D6}" dt="2025-07-22T02:22:21.214" v="738" actId="113"/>
          <ac:spMkLst>
            <pc:docMk/>
            <pc:sldMk cId="0" sldId="258"/>
            <ac:spMk id="13" creationId="{B4CBFFBC-9A47-5489-5515-D6DEFB179BB8}"/>
          </ac:spMkLst>
        </pc:spChg>
        <pc:spChg chg="add mod">
          <ac:chgData name="2374802010192 - Trần Võ Huy - 71K29CNTT12" userId="0d5f872e-7409-4b24-a716-40380f311d86" providerId="ADAL" clId="{06FA95E6-DEEE-44D1-8FB4-04FB89CAA7D6}" dt="2025-07-22T02:22:10.944" v="733" actId="114"/>
          <ac:spMkLst>
            <pc:docMk/>
            <pc:sldMk cId="0" sldId="258"/>
            <ac:spMk id="14" creationId="{ECB49BC7-AD94-F129-3A74-82AC86A80C58}"/>
          </ac:spMkLst>
        </pc:spChg>
        <pc:spChg chg="add mod">
          <ac:chgData name="2374802010192 - Trần Võ Huy - 71K29CNTT12" userId="0d5f872e-7409-4b24-a716-40380f311d86" providerId="ADAL" clId="{06FA95E6-DEEE-44D1-8FB4-04FB89CAA7D6}" dt="2025-07-22T02:18:22.870" v="689" actId="20577"/>
          <ac:spMkLst>
            <pc:docMk/>
            <pc:sldMk cId="0" sldId="258"/>
            <ac:spMk id="15" creationId="{B71F5AF4-8193-FF4D-795F-8B26D2C5E550}"/>
          </ac:spMkLst>
        </pc:spChg>
        <pc:spChg chg="add mod">
          <ac:chgData name="2374802010192 - Trần Võ Huy - 71K29CNTT12" userId="0d5f872e-7409-4b24-a716-40380f311d86" providerId="ADAL" clId="{06FA95E6-DEEE-44D1-8FB4-04FB89CAA7D6}" dt="2025-07-22T02:22:19.914" v="737" actId="113"/>
          <ac:spMkLst>
            <pc:docMk/>
            <pc:sldMk cId="0" sldId="258"/>
            <ac:spMk id="16" creationId="{2B4E8CF8-372C-541E-1DE2-C4101AF4DC25}"/>
          </ac:spMkLst>
        </pc:spChg>
        <pc:spChg chg="mod">
          <ac:chgData name="2374802010192 - Trần Võ Huy - 71K29CNTT12" userId="0d5f872e-7409-4b24-a716-40380f311d86" providerId="ADAL" clId="{06FA95E6-DEEE-44D1-8FB4-04FB89CAA7D6}" dt="2025-07-22T02:26:22.783" v="774" actId="1076"/>
          <ac:spMkLst>
            <pc:docMk/>
            <pc:sldMk cId="0" sldId="258"/>
            <ac:spMk id="166" creationId="{00000000-0000-0000-0000-000000000000}"/>
          </ac:spMkLst>
        </pc:spChg>
        <pc:spChg chg="mod">
          <ac:chgData name="2374802010192 - Trần Võ Huy - 71K29CNTT12" userId="0d5f872e-7409-4b24-a716-40380f311d86" providerId="ADAL" clId="{06FA95E6-DEEE-44D1-8FB4-04FB89CAA7D6}" dt="2025-07-22T02:17:10.524" v="669" actId="1076"/>
          <ac:spMkLst>
            <pc:docMk/>
            <pc:sldMk cId="0" sldId="258"/>
            <ac:spMk id="167" creationId="{00000000-0000-0000-0000-000000000000}"/>
          </ac:spMkLst>
        </pc:spChg>
        <pc:spChg chg="mod">
          <ac:chgData name="2374802010192 - Trần Võ Huy - 71K29CNTT12" userId="0d5f872e-7409-4b24-a716-40380f311d86" providerId="ADAL" clId="{06FA95E6-DEEE-44D1-8FB4-04FB89CAA7D6}" dt="2025-07-22T02:22:14.567" v="734" actId="113"/>
          <ac:spMkLst>
            <pc:docMk/>
            <pc:sldMk cId="0" sldId="258"/>
            <ac:spMk id="168" creationId="{00000000-0000-0000-0000-000000000000}"/>
          </ac:spMkLst>
        </pc:spChg>
        <pc:spChg chg="mod">
          <ac:chgData name="2374802010192 - Trần Võ Huy - 71K29CNTT12" userId="0d5f872e-7409-4b24-a716-40380f311d86" providerId="ADAL" clId="{06FA95E6-DEEE-44D1-8FB4-04FB89CAA7D6}" dt="2025-07-22T02:16:22.044" v="661" actId="1076"/>
          <ac:spMkLst>
            <pc:docMk/>
            <pc:sldMk cId="0" sldId="258"/>
            <ac:spMk id="169" creationId="{00000000-0000-0000-0000-000000000000}"/>
          </ac:spMkLst>
        </pc:spChg>
        <pc:spChg chg="mod">
          <ac:chgData name="2374802010192 - Trần Võ Huy - 71K29CNTT12" userId="0d5f872e-7409-4b24-a716-40380f311d86" providerId="ADAL" clId="{06FA95E6-DEEE-44D1-8FB4-04FB89CAA7D6}" dt="2025-07-22T02:22:02.131" v="729" actId="114"/>
          <ac:spMkLst>
            <pc:docMk/>
            <pc:sldMk cId="0" sldId="258"/>
            <ac:spMk id="170" creationId="{00000000-0000-0000-0000-000000000000}"/>
          </ac:spMkLst>
        </pc:spChg>
        <pc:spChg chg="mod">
          <ac:chgData name="2374802010192 - Trần Võ Huy - 71K29CNTT12" userId="0d5f872e-7409-4b24-a716-40380f311d86" providerId="ADAL" clId="{06FA95E6-DEEE-44D1-8FB4-04FB89CAA7D6}" dt="2025-07-22T02:17:10.524" v="669" actId="1076"/>
          <ac:spMkLst>
            <pc:docMk/>
            <pc:sldMk cId="0" sldId="258"/>
            <ac:spMk id="171" creationId="{00000000-0000-0000-0000-000000000000}"/>
          </ac:spMkLst>
        </pc:spChg>
        <pc:spChg chg="mod">
          <ac:chgData name="2374802010192 - Trần Võ Huy - 71K29CNTT12" userId="0d5f872e-7409-4b24-a716-40380f311d86" providerId="ADAL" clId="{06FA95E6-DEEE-44D1-8FB4-04FB89CAA7D6}" dt="2025-07-22T02:22:16.835" v="735" actId="113"/>
          <ac:spMkLst>
            <pc:docMk/>
            <pc:sldMk cId="0" sldId="258"/>
            <ac:spMk id="172" creationId="{00000000-0000-0000-0000-000000000000}"/>
          </ac:spMkLst>
        </pc:spChg>
        <pc:spChg chg="mod">
          <ac:chgData name="2374802010192 - Trần Võ Huy - 71K29CNTT12" userId="0d5f872e-7409-4b24-a716-40380f311d86" providerId="ADAL" clId="{06FA95E6-DEEE-44D1-8FB4-04FB89CAA7D6}" dt="2025-07-22T02:22:04.059" v="730" actId="114"/>
          <ac:spMkLst>
            <pc:docMk/>
            <pc:sldMk cId="0" sldId="258"/>
            <ac:spMk id="173" creationId="{00000000-0000-0000-0000-000000000000}"/>
          </ac:spMkLst>
        </pc:spChg>
        <pc:spChg chg="mod">
          <ac:chgData name="2374802010192 - Trần Võ Huy - 71K29CNTT12" userId="0d5f872e-7409-4b24-a716-40380f311d86" providerId="ADAL" clId="{06FA95E6-DEEE-44D1-8FB4-04FB89CAA7D6}" dt="2025-07-22T02:17:10.524" v="669" actId="1076"/>
          <ac:spMkLst>
            <pc:docMk/>
            <pc:sldMk cId="0" sldId="258"/>
            <ac:spMk id="174" creationId="{00000000-0000-0000-0000-000000000000}"/>
          </ac:spMkLst>
        </pc:spChg>
        <pc:spChg chg="mod">
          <ac:chgData name="2374802010192 - Trần Võ Huy - 71K29CNTT12" userId="0d5f872e-7409-4b24-a716-40380f311d86" providerId="ADAL" clId="{06FA95E6-DEEE-44D1-8FB4-04FB89CAA7D6}" dt="2025-07-22T02:22:18.492" v="736" actId="113"/>
          <ac:spMkLst>
            <pc:docMk/>
            <pc:sldMk cId="0" sldId="258"/>
            <ac:spMk id="175" creationId="{00000000-0000-0000-0000-000000000000}"/>
          </ac:spMkLst>
        </pc:spChg>
        <pc:picChg chg="add mod">
          <ac:chgData name="2374802010192 - Trần Võ Huy - 71K29CNTT12" userId="0d5f872e-7409-4b24-a716-40380f311d86" providerId="ADAL" clId="{06FA95E6-DEEE-44D1-8FB4-04FB89CAA7D6}" dt="2025-07-26T07:08:37.297" v="2373"/>
          <ac:picMkLst>
            <pc:docMk/>
            <pc:sldMk cId="0" sldId="258"/>
            <ac:picMk id="3" creationId="{CECE2868-4B84-1BD7-AC26-8C12445097BC}"/>
          </ac:picMkLst>
        </pc:picChg>
        <pc:cxnChg chg="add mod">
          <ac:chgData name="2374802010192 - Trần Võ Huy - 71K29CNTT12" userId="0d5f872e-7409-4b24-a716-40380f311d86" providerId="ADAL" clId="{06FA95E6-DEEE-44D1-8FB4-04FB89CAA7D6}" dt="2025-07-22T02:16:31.302" v="664" actId="1076"/>
          <ac:cxnSpMkLst>
            <pc:docMk/>
            <pc:sldMk cId="0" sldId="258"/>
            <ac:cxnSpMk id="7" creationId="{0170E9CB-C29C-1E6B-1194-FDE0B95B2E35}"/>
          </ac:cxnSpMkLst>
        </pc:cxnChg>
        <pc:cxnChg chg="mod">
          <ac:chgData name="2374802010192 - Trần Võ Huy - 71K29CNTT12" userId="0d5f872e-7409-4b24-a716-40380f311d86" providerId="ADAL" clId="{06FA95E6-DEEE-44D1-8FB4-04FB89CAA7D6}" dt="2025-07-22T02:16:35.834" v="665" actId="1076"/>
          <ac:cxnSpMkLst>
            <pc:docMk/>
            <pc:sldMk cId="0" sldId="258"/>
            <ac:cxnSpMk id="176" creationId="{00000000-0000-0000-0000-000000000000}"/>
          </ac:cxnSpMkLst>
        </pc:cxnChg>
      </pc:sldChg>
      <pc:sldChg chg="del">
        <pc:chgData name="2374802010192 - Trần Võ Huy - 71K29CNTT12" userId="0d5f872e-7409-4b24-a716-40380f311d86" providerId="ADAL" clId="{06FA95E6-DEEE-44D1-8FB4-04FB89CAA7D6}" dt="2025-07-22T02:39:45.210" v="988" actId="47"/>
        <pc:sldMkLst>
          <pc:docMk/>
          <pc:sldMk cId="0" sldId="259"/>
        </pc:sldMkLst>
      </pc:sldChg>
      <pc:sldChg chg="addSp delSp modSp mod modTransition">
        <pc:chgData name="2374802010192 - Trần Võ Huy - 71K29CNTT12" userId="0d5f872e-7409-4b24-a716-40380f311d86" providerId="ADAL" clId="{06FA95E6-DEEE-44D1-8FB4-04FB89CAA7D6}" dt="2025-07-26T07:08:38.771" v="2374"/>
        <pc:sldMkLst>
          <pc:docMk/>
          <pc:sldMk cId="0" sldId="260"/>
        </pc:sldMkLst>
        <pc:spChg chg="add mod">
          <ac:chgData name="2374802010192 - Trần Võ Huy - 71K29CNTT12" userId="0d5f872e-7409-4b24-a716-40380f311d86" providerId="ADAL" clId="{06FA95E6-DEEE-44D1-8FB4-04FB89CAA7D6}" dt="2025-07-22T02:35:40.747" v="874" actId="1076"/>
          <ac:spMkLst>
            <pc:docMk/>
            <pc:sldMk cId="0" sldId="260"/>
            <ac:spMk id="4" creationId="{53776DE1-CC83-CF96-B8BF-089F5CFF5E97}"/>
          </ac:spMkLst>
        </pc:spChg>
        <pc:spChg chg="add mod">
          <ac:chgData name="2374802010192 - Trần Võ Huy - 71K29CNTT12" userId="0d5f872e-7409-4b24-a716-40380f311d86" providerId="ADAL" clId="{06FA95E6-DEEE-44D1-8FB4-04FB89CAA7D6}" dt="2025-07-22T03:08:00.307" v="1035" actId="207"/>
          <ac:spMkLst>
            <pc:docMk/>
            <pc:sldMk cId="0" sldId="260"/>
            <ac:spMk id="5" creationId="{B0425C83-9AF0-5781-5D57-ADBEFC2FBCCC}"/>
          </ac:spMkLst>
        </pc:spChg>
        <pc:spChg chg="add mod">
          <ac:chgData name="2374802010192 - Trần Võ Huy - 71K29CNTT12" userId="0d5f872e-7409-4b24-a716-40380f311d86" providerId="ADAL" clId="{06FA95E6-DEEE-44D1-8FB4-04FB89CAA7D6}" dt="2025-07-22T03:17:49.746" v="1350" actId="20577"/>
          <ac:spMkLst>
            <pc:docMk/>
            <pc:sldMk cId="0" sldId="260"/>
            <ac:spMk id="6" creationId="{9209C542-F965-475C-9A7A-004BA1BD6656}"/>
          </ac:spMkLst>
        </pc:spChg>
        <pc:spChg chg="add del mod">
          <ac:chgData name="2374802010192 - Trần Võ Huy - 71K29CNTT12" userId="0d5f872e-7409-4b24-a716-40380f311d86" providerId="ADAL" clId="{06FA95E6-DEEE-44D1-8FB4-04FB89CAA7D6}" dt="2025-07-22T02:35:19.099" v="865" actId="14100"/>
          <ac:spMkLst>
            <pc:docMk/>
            <pc:sldMk cId="0" sldId="260"/>
            <ac:spMk id="189" creationId="{00000000-0000-0000-0000-000000000000}"/>
          </ac:spMkLst>
        </pc:spChg>
        <pc:graphicFrameChg chg="add mod modGraphic">
          <ac:chgData name="2374802010192 - Trần Võ Huy - 71K29CNTT12" userId="0d5f872e-7409-4b24-a716-40380f311d86" providerId="ADAL" clId="{06FA95E6-DEEE-44D1-8FB4-04FB89CAA7D6}" dt="2025-07-22T02:39:14.963" v="987" actId="13822"/>
          <ac:graphicFrameMkLst>
            <pc:docMk/>
            <pc:sldMk cId="0" sldId="260"/>
            <ac:graphicFrameMk id="22" creationId="{7C1E3A5B-3C27-B0BE-D21B-B7352491BC49}"/>
          </ac:graphicFrameMkLst>
        </pc:graphicFrameChg>
        <pc:picChg chg="add mod">
          <ac:chgData name="2374802010192 - Trần Võ Huy - 71K29CNTT12" userId="0d5f872e-7409-4b24-a716-40380f311d86" providerId="ADAL" clId="{06FA95E6-DEEE-44D1-8FB4-04FB89CAA7D6}" dt="2025-07-26T07:08:38.771" v="2374"/>
          <ac:picMkLst>
            <pc:docMk/>
            <pc:sldMk cId="0" sldId="260"/>
            <ac:picMk id="3" creationId="{E0C20761-069B-9440-B38C-C4BAEC025BD2}"/>
          </ac:picMkLst>
        </pc:picChg>
        <pc:picChg chg="add mod">
          <ac:chgData name="2374802010192 - Trần Võ Huy - 71K29CNTT12" userId="0d5f872e-7409-4b24-a716-40380f311d86" providerId="ADAL" clId="{06FA95E6-DEEE-44D1-8FB4-04FB89CAA7D6}" dt="2025-07-22T02:29:08.931" v="796" actId="14100"/>
          <ac:picMkLst>
            <pc:docMk/>
            <pc:sldMk cId="0" sldId="260"/>
            <ac:picMk id="11" creationId="{85C1C40C-7CB7-F492-0E23-31EC6354F74D}"/>
          </ac:picMkLst>
        </pc:picChg>
        <pc:picChg chg="add mod">
          <ac:chgData name="2374802010192 - Trần Võ Huy - 71K29CNTT12" userId="0d5f872e-7409-4b24-a716-40380f311d86" providerId="ADAL" clId="{06FA95E6-DEEE-44D1-8FB4-04FB89CAA7D6}" dt="2025-07-22T02:33:19.884" v="832" actId="1076"/>
          <ac:picMkLst>
            <pc:docMk/>
            <pc:sldMk cId="0" sldId="260"/>
            <ac:picMk id="13" creationId="{F9C5F4AB-BC30-EE18-1E19-4B961B8EBBF6}"/>
          </ac:picMkLst>
        </pc:picChg>
        <pc:picChg chg="add mod">
          <ac:chgData name="2374802010192 - Trần Võ Huy - 71K29CNTT12" userId="0d5f872e-7409-4b24-a716-40380f311d86" providerId="ADAL" clId="{06FA95E6-DEEE-44D1-8FB4-04FB89CAA7D6}" dt="2025-07-22T02:33:19.884" v="832" actId="1076"/>
          <ac:picMkLst>
            <pc:docMk/>
            <pc:sldMk cId="0" sldId="260"/>
            <ac:picMk id="15" creationId="{4708DBAF-9173-18BD-EB4F-851BE37372A9}"/>
          </ac:picMkLst>
        </pc:picChg>
        <pc:picChg chg="add mod">
          <ac:chgData name="2374802010192 - Trần Võ Huy - 71K29CNTT12" userId="0d5f872e-7409-4b24-a716-40380f311d86" providerId="ADAL" clId="{06FA95E6-DEEE-44D1-8FB4-04FB89CAA7D6}" dt="2025-07-22T02:33:19.884" v="832" actId="1076"/>
          <ac:picMkLst>
            <pc:docMk/>
            <pc:sldMk cId="0" sldId="260"/>
            <ac:picMk id="17" creationId="{659F58C6-9DA9-1AE8-9568-45BF8F09E3BA}"/>
          </ac:picMkLst>
        </pc:picChg>
        <pc:picChg chg="add mod">
          <ac:chgData name="2374802010192 - Trần Võ Huy - 71K29CNTT12" userId="0d5f872e-7409-4b24-a716-40380f311d86" providerId="ADAL" clId="{06FA95E6-DEEE-44D1-8FB4-04FB89CAA7D6}" dt="2025-07-22T02:33:19.884" v="832" actId="1076"/>
          <ac:picMkLst>
            <pc:docMk/>
            <pc:sldMk cId="0" sldId="260"/>
            <ac:picMk id="19" creationId="{DFE22C4E-F896-CCFE-B62C-25E821CE65C1}"/>
          </ac:picMkLst>
        </pc:picChg>
        <pc:cxnChg chg="mod">
          <ac:chgData name="2374802010192 - Trần Võ Huy - 71K29CNTT12" userId="0d5f872e-7409-4b24-a716-40380f311d86" providerId="ADAL" clId="{06FA95E6-DEEE-44D1-8FB4-04FB89CAA7D6}" dt="2025-07-22T02:39:52.158" v="990" actId="1076"/>
          <ac:cxnSpMkLst>
            <pc:docMk/>
            <pc:sldMk cId="0" sldId="260"/>
            <ac:cxnSpMk id="192" creationId="{00000000-0000-0000-0000-000000000000}"/>
          </ac:cxnSpMkLst>
        </pc:cxnChg>
      </pc:sldChg>
      <pc:sldChg chg="del">
        <pc:chgData name="2374802010192 - Trần Võ Huy - 71K29CNTT12" userId="0d5f872e-7409-4b24-a716-40380f311d86" providerId="ADAL" clId="{06FA95E6-DEEE-44D1-8FB4-04FB89CAA7D6}" dt="2025-07-22T03:58:35.212" v="1828" actId="47"/>
        <pc:sldMkLst>
          <pc:docMk/>
          <pc:sldMk cId="0" sldId="261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2.891" v="2066" actId="47"/>
        <pc:sldMkLst>
          <pc:docMk/>
          <pc:sldMk cId="0" sldId="262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3.430" v="2067" actId="47"/>
        <pc:sldMkLst>
          <pc:docMk/>
          <pc:sldMk cId="0" sldId="263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3.453" v="2068" actId="47"/>
        <pc:sldMkLst>
          <pc:docMk/>
          <pc:sldMk cId="0" sldId="264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3.489" v="2069" actId="47"/>
        <pc:sldMkLst>
          <pc:docMk/>
          <pc:sldMk cId="0" sldId="265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3.517" v="2070" actId="47"/>
        <pc:sldMkLst>
          <pc:docMk/>
          <pc:sldMk cId="0" sldId="266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3.554" v="2071" actId="47"/>
        <pc:sldMkLst>
          <pc:docMk/>
          <pc:sldMk cId="0" sldId="267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3.580" v="2072" actId="47"/>
        <pc:sldMkLst>
          <pc:docMk/>
          <pc:sldMk cId="0" sldId="268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3.611" v="2073" actId="47"/>
        <pc:sldMkLst>
          <pc:docMk/>
          <pc:sldMk cId="0" sldId="269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3.642" v="2074" actId="47"/>
        <pc:sldMkLst>
          <pc:docMk/>
          <pc:sldMk cId="0" sldId="270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3.675" v="2075" actId="47"/>
        <pc:sldMkLst>
          <pc:docMk/>
          <pc:sldMk cId="0" sldId="271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4.071" v="2076" actId="47"/>
        <pc:sldMkLst>
          <pc:docMk/>
          <pc:sldMk cId="0" sldId="272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4.751" v="2077" actId="47"/>
        <pc:sldMkLst>
          <pc:docMk/>
          <pc:sldMk cId="0" sldId="273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5.021" v="2078" actId="47"/>
        <pc:sldMkLst>
          <pc:docMk/>
          <pc:sldMk cId="0" sldId="274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5.249" v="2079" actId="47"/>
        <pc:sldMkLst>
          <pc:docMk/>
          <pc:sldMk cId="0" sldId="275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5.455" v="2080" actId="47"/>
        <pc:sldMkLst>
          <pc:docMk/>
          <pc:sldMk cId="0" sldId="276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5.914" v="2081" actId="47"/>
        <pc:sldMkLst>
          <pc:docMk/>
          <pc:sldMk cId="0" sldId="277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6.175" v="2082" actId="47"/>
        <pc:sldMkLst>
          <pc:docMk/>
          <pc:sldMk cId="0" sldId="278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6.379" v="2083" actId="47"/>
        <pc:sldMkLst>
          <pc:docMk/>
          <pc:sldMk cId="0" sldId="279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6.633" v="2084" actId="47"/>
        <pc:sldMkLst>
          <pc:docMk/>
          <pc:sldMk cId="0" sldId="280"/>
        </pc:sldMkLst>
      </pc:sldChg>
      <pc:sldChg chg="add del">
        <pc:chgData name="2374802010192 - Trần Võ Huy - 71K29CNTT12" userId="0d5f872e-7409-4b24-a716-40380f311d86" providerId="ADAL" clId="{06FA95E6-DEEE-44D1-8FB4-04FB89CAA7D6}" dt="2025-07-22T04:11:56.894" v="2085" actId="47"/>
        <pc:sldMkLst>
          <pc:docMk/>
          <pc:sldMk cId="0" sldId="281"/>
        </pc:sldMkLst>
      </pc:sldChg>
      <pc:sldChg chg="del">
        <pc:chgData name="2374802010192 - Trần Võ Huy - 71K29CNTT12" userId="0d5f872e-7409-4b24-a716-40380f311d86" providerId="ADAL" clId="{06FA95E6-DEEE-44D1-8FB4-04FB89CAA7D6}" dt="2025-07-22T04:11:57.162" v="2086" actId="47"/>
        <pc:sldMkLst>
          <pc:docMk/>
          <pc:sldMk cId="0" sldId="282"/>
        </pc:sldMkLst>
      </pc:sldChg>
      <pc:sldChg chg="del">
        <pc:chgData name="2374802010192 - Trần Võ Huy - 71K29CNTT12" userId="0d5f872e-7409-4b24-a716-40380f311d86" providerId="ADAL" clId="{06FA95E6-DEEE-44D1-8FB4-04FB89CAA7D6}" dt="2025-07-22T04:11:57.952" v="2087" actId="47"/>
        <pc:sldMkLst>
          <pc:docMk/>
          <pc:sldMk cId="0" sldId="283"/>
        </pc:sldMkLst>
      </pc:sldChg>
      <pc:sldChg chg="del">
        <pc:chgData name="2374802010192 - Trần Võ Huy - 71K29CNTT12" userId="0d5f872e-7409-4b24-a716-40380f311d86" providerId="ADAL" clId="{06FA95E6-DEEE-44D1-8FB4-04FB89CAA7D6}" dt="2025-07-22T04:11:58.844" v="2088" actId="47"/>
        <pc:sldMkLst>
          <pc:docMk/>
          <pc:sldMk cId="0" sldId="284"/>
        </pc:sldMkLst>
      </pc:sldChg>
      <pc:sldChg chg="del">
        <pc:chgData name="2374802010192 - Trần Võ Huy - 71K29CNTT12" userId="0d5f872e-7409-4b24-a716-40380f311d86" providerId="ADAL" clId="{06FA95E6-DEEE-44D1-8FB4-04FB89CAA7D6}" dt="2025-07-22T04:11:59.703" v="2089" actId="47"/>
        <pc:sldMkLst>
          <pc:docMk/>
          <pc:sldMk cId="0" sldId="285"/>
        </pc:sldMkLst>
      </pc:sldChg>
      <pc:sldChg chg="del">
        <pc:chgData name="2374802010192 - Trần Võ Huy - 71K29CNTT12" userId="0d5f872e-7409-4b24-a716-40380f311d86" providerId="ADAL" clId="{06FA95E6-DEEE-44D1-8FB4-04FB89CAA7D6}" dt="2025-07-22T04:12:01.747" v="2090" actId="47"/>
        <pc:sldMkLst>
          <pc:docMk/>
          <pc:sldMk cId="0" sldId="286"/>
        </pc:sldMkLst>
      </pc:sldChg>
      <pc:sldChg chg="del">
        <pc:chgData name="2374802010192 - Trần Võ Huy - 71K29CNTT12" userId="0d5f872e-7409-4b24-a716-40380f311d86" providerId="ADAL" clId="{06FA95E6-DEEE-44D1-8FB4-04FB89CAA7D6}" dt="2025-07-22T04:12:02.914" v="2091" actId="47"/>
        <pc:sldMkLst>
          <pc:docMk/>
          <pc:sldMk cId="0" sldId="287"/>
        </pc:sldMkLst>
      </pc:sldChg>
      <pc:sldChg chg="del">
        <pc:chgData name="2374802010192 - Trần Võ Huy - 71K29CNTT12" userId="0d5f872e-7409-4b24-a716-40380f311d86" providerId="ADAL" clId="{06FA95E6-DEEE-44D1-8FB4-04FB89CAA7D6}" dt="2025-07-22T04:12:16.178" v="2092" actId="47"/>
        <pc:sldMkLst>
          <pc:docMk/>
          <pc:sldMk cId="0" sldId="288"/>
        </pc:sldMkLst>
      </pc:sldChg>
      <pc:sldChg chg="addSp delSp modSp mod modTransition">
        <pc:chgData name="2374802010192 - Trần Võ Huy - 71K29CNTT12" userId="0d5f872e-7409-4b24-a716-40380f311d86" providerId="ADAL" clId="{06FA95E6-DEEE-44D1-8FB4-04FB89CAA7D6}" dt="2025-07-26T07:08:52.900" v="2382" actId="1076"/>
        <pc:sldMkLst>
          <pc:docMk/>
          <pc:sldMk cId="0" sldId="289"/>
        </pc:sldMkLst>
        <pc:spChg chg="add mod">
          <ac:chgData name="2374802010192 - Trần Võ Huy - 71K29CNTT12" userId="0d5f872e-7409-4b24-a716-40380f311d86" providerId="ADAL" clId="{06FA95E6-DEEE-44D1-8FB4-04FB89CAA7D6}" dt="2025-07-22T04:15:34.829" v="2337" actId="20577"/>
          <ac:spMkLst>
            <pc:docMk/>
            <pc:sldMk cId="0" sldId="289"/>
            <ac:spMk id="3" creationId="{C14F8D5F-0C67-C1AF-F80B-018E7C16F42D}"/>
          </ac:spMkLst>
        </pc:spChg>
        <pc:picChg chg="add mod">
          <ac:chgData name="2374802010192 - Trần Võ Huy - 71K29CNTT12" userId="0d5f872e-7409-4b24-a716-40380f311d86" providerId="ADAL" clId="{06FA95E6-DEEE-44D1-8FB4-04FB89CAA7D6}" dt="2025-07-26T07:08:52.900" v="2382" actId="1076"/>
          <ac:picMkLst>
            <pc:docMk/>
            <pc:sldMk cId="0" sldId="289"/>
            <ac:picMk id="2" creationId="{EBA4CA59-C8DE-3A96-135F-45A5D693485F}"/>
          </ac:picMkLst>
        </pc:picChg>
      </pc:sldChg>
      <pc:sldChg chg="delSp modSp add del mod">
        <pc:chgData name="2374802010192 - Trần Võ Huy - 71K29CNTT12" userId="0d5f872e-7409-4b24-a716-40380f311d86" providerId="ADAL" clId="{06FA95E6-DEEE-44D1-8FB4-04FB89CAA7D6}" dt="2025-07-22T03:06:19.382" v="1014" actId="47"/>
        <pc:sldMkLst>
          <pc:docMk/>
          <pc:sldMk cId="264942486" sldId="290"/>
        </pc:sldMkLst>
      </pc:sldChg>
      <pc:sldChg chg="addSp delSp modSp add mod modTransition">
        <pc:chgData name="2374802010192 - Trần Võ Huy - 71K29CNTT12" userId="0d5f872e-7409-4b24-a716-40380f311d86" providerId="ADAL" clId="{06FA95E6-DEEE-44D1-8FB4-04FB89CAA7D6}" dt="2025-07-28T17:38:27.085" v="2448" actId="478"/>
        <pc:sldMkLst>
          <pc:docMk/>
          <pc:sldMk cId="2865694049" sldId="290"/>
        </pc:sldMkLst>
        <pc:spChg chg="mod">
          <ac:chgData name="2374802010192 - Trần Võ Huy - 71K29CNTT12" userId="0d5f872e-7409-4b24-a716-40380f311d86" providerId="ADAL" clId="{06FA95E6-DEEE-44D1-8FB4-04FB89CAA7D6}" dt="2025-07-22T03:51:52.566" v="1692" actId="242"/>
          <ac:spMkLst>
            <pc:docMk/>
            <pc:sldMk cId="2865694049" sldId="290"/>
            <ac:spMk id="4" creationId="{02B59485-FB73-9C95-DB41-CEDBB231F48E}"/>
          </ac:spMkLst>
        </pc:spChg>
        <pc:spChg chg="mod">
          <ac:chgData name="2374802010192 - Trần Võ Huy - 71K29CNTT12" userId="0d5f872e-7409-4b24-a716-40380f311d86" providerId="ADAL" clId="{06FA95E6-DEEE-44D1-8FB4-04FB89CAA7D6}" dt="2025-07-28T09:01:06.813" v="2413" actId="403"/>
          <ac:spMkLst>
            <pc:docMk/>
            <pc:sldMk cId="2865694049" sldId="290"/>
            <ac:spMk id="189" creationId="{B328207F-D8AF-CCE4-C3DE-0997E7062FA9}"/>
          </ac:spMkLst>
        </pc:spChg>
        <pc:picChg chg="add mod">
          <ac:chgData name="2374802010192 - Trần Võ Huy - 71K29CNTT12" userId="0d5f872e-7409-4b24-a716-40380f311d86" providerId="ADAL" clId="{06FA95E6-DEEE-44D1-8FB4-04FB89CAA7D6}" dt="2025-07-26T07:08:41.795" v="2375"/>
          <ac:picMkLst>
            <pc:docMk/>
            <pc:sldMk cId="2865694049" sldId="290"/>
            <ac:picMk id="2" creationId="{9EC602A6-5FBF-9FA3-712A-B283A4F0FB81}"/>
          </ac:picMkLst>
        </pc:picChg>
        <pc:picChg chg="add mod">
          <ac:chgData name="2374802010192 - Trần Võ Huy - 71K29CNTT12" userId="0d5f872e-7409-4b24-a716-40380f311d86" providerId="ADAL" clId="{06FA95E6-DEEE-44D1-8FB4-04FB89CAA7D6}" dt="2025-07-28T17:38:26.363" v="2447" actId="1076"/>
          <ac:picMkLst>
            <pc:docMk/>
            <pc:sldMk cId="2865694049" sldId="290"/>
            <ac:picMk id="5" creationId="{17A89656-BCAC-029C-3772-1F3A08D8060A}"/>
          </ac:picMkLst>
        </pc:picChg>
        <pc:picChg chg="add del mod modCrop">
          <ac:chgData name="2374802010192 - Trần Võ Huy - 71K29CNTT12" userId="0d5f872e-7409-4b24-a716-40380f311d86" providerId="ADAL" clId="{06FA95E6-DEEE-44D1-8FB4-04FB89CAA7D6}" dt="2025-07-28T17:38:22.297" v="2446" actId="478"/>
          <ac:picMkLst>
            <pc:docMk/>
            <pc:sldMk cId="2865694049" sldId="290"/>
            <ac:picMk id="18" creationId="{5CE1EECA-D521-69C1-D066-DD9310A03CFA}"/>
          </ac:picMkLst>
        </pc:picChg>
        <pc:picChg chg="add del mod modCrop">
          <ac:chgData name="2374802010192 - Trần Võ Huy - 71K29CNTT12" userId="0d5f872e-7409-4b24-a716-40380f311d86" providerId="ADAL" clId="{06FA95E6-DEEE-44D1-8FB4-04FB89CAA7D6}" dt="2025-07-28T17:38:27.085" v="2448" actId="478"/>
          <ac:picMkLst>
            <pc:docMk/>
            <pc:sldMk cId="2865694049" sldId="290"/>
            <ac:picMk id="21" creationId="{EDA1270E-95AC-BACE-BA07-5F66F82B6596}"/>
          </ac:picMkLst>
        </pc:picChg>
        <pc:picChg chg="add del mod modCrop">
          <ac:chgData name="2374802010192 - Trần Võ Huy - 71K29CNTT12" userId="0d5f872e-7409-4b24-a716-40380f311d86" providerId="ADAL" clId="{06FA95E6-DEEE-44D1-8FB4-04FB89CAA7D6}" dt="2025-07-28T17:38:19.771" v="2444" actId="478"/>
          <ac:picMkLst>
            <pc:docMk/>
            <pc:sldMk cId="2865694049" sldId="290"/>
            <ac:picMk id="24" creationId="{B938A223-14B9-505F-A33A-E1EC505B90ED}"/>
          </ac:picMkLst>
        </pc:picChg>
        <pc:picChg chg="add del mod ord modCrop">
          <ac:chgData name="2374802010192 - Trần Võ Huy - 71K29CNTT12" userId="0d5f872e-7409-4b24-a716-40380f311d86" providerId="ADAL" clId="{06FA95E6-DEEE-44D1-8FB4-04FB89CAA7D6}" dt="2025-07-28T17:38:18.361" v="2443" actId="478"/>
          <ac:picMkLst>
            <pc:docMk/>
            <pc:sldMk cId="2865694049" sldId="290"/>
            <ac:picMk id="26" creationId="{C5A90F1C-0FF4-A758-F505-87D990D67320}"/>
          </ac:picMkLst>
        </pc:picChg>
        <pc:picChg chg="add del mod ord">
          <ac:chgData name="2374802010192 - Trần Võ Huy - 71K29CNTT12" userId="0d5f872e-7409-4b24-a716-40380f311d86" providerId="ADAL" clId="{06FA95E6-DEEE-44D1-8FB4-04FB89CAA7D6}" dt="2025-07-28T17:38:17.540" v="2442" actId="478"/>
          <ac:picMkLst>
            <pc:docMk/>
            <pc:sldMk cId="2865694049" sldId="290"/>
            <ac:picMk id="28" creationId="{66A8A14E-D8BC-840D-AD2E-2A20914F9A79}"/>
          </ac:picMkLst>
        </pc:picChg>
        <pc:cxnChg chg="add mod">
          <ac:chgData name="2374802010192 - Trần Võ Huy - 71K29CNTT12" userId="0d5f872e-7409-4b24-a716-40380f311d86" providerId="ADAL" clId="{06FA95E6-DEEE-44D1-8FB4-04FB89CAA7D6}" dt="2025-07-22T03:09:18.853" v="1061" actId="14100"/>
          <ac:cxnSpMkLst>
            <pc:docMk/>
            <pc:sldMk cId="2865694049" sldId="290"/>
            <ac:cxnSpMk id="7" creationId="{2EEDB9A0-8786-DC5A-0B53-FEF328589975}"/>
          </ac:cxnSpMkLst>
        </pc:cxnChg>
        <pc:cxnChg chg="mod">
          <ac:chgData name="2374802010192 - Trần Võ Huy - 71K29CNTT12" userId="0d5f872e-7409-4b24-a716-40380f311d86" providerId="ADAL" clId="{06FA95E6-DEEE-44D1-8FB4-04FB89CAA7D6}" dt="2025-07-22T03:09:18.853" v="1061" actId="14100"/>
          <ac:cxnSpMkLst>
            <pc:docMk/>
            <pc:sldMk cId="2865694049" sldId="290"/>
            <ac:cxnSpMk id="192" creationId="{6FE7BFFF-376D-9752-4845-8DC084F2483A}"/>
          </ac:cxnSpMkLst>
        </pc:cxnChg>
      </pc:sldChg>
      <pc:sldChg chg="addSp delSp modSp add mod ord modTransition addAnim delAnim modAnim">
        <pc:chgData name="2374802010192 - Trần Võ Huy - 71K29CNTT12" userId="0d5f872e-7409-4b24-a716-40380f311d86" providerId="ADAL" clId="{06FA95E6-DEEE-44D1-8FB4-04FB89CAA7D6}" dt="2025-07-28T17:37:38.046" v="2434" actId="478"/>
        <pc:sldMkLst>
          <pc:docMk/>
          <pc:sldMk cId="4204805370" sldId="291"/>
        </pc:sldMkLst>
        <pc:spChg chg="mod">
          <ac:chgData name="2374802010192 - Trần Võ Huy - 71K29CNTT12" userId="0d5f872e-7409-4b24-a716-40380f311d86" providerId="ADAL" clId="{06FA95E6-DEEE-44D1-8FB4-04FB89CAA7D6}" dt="2025-07-22T03:17:32.514" v="1347"/>
          <ac:spMkLst>
            <pc:docMk/>
            <pc:sldMk cId="4204805370" sldId="291"/>
            <ac:spMk id="4" creationId="{505B1959-9850-2397-D42A-FD97F9A69C81}"/>
          </ac:spMkLst>
        </pc:spChg>
        <pc:spChg chg="mod">
          <ac:chgData name="2374802010192 - Trần Võ Huy - 71K29CNTT12" userId="0d5f872e-7409-4b24-a716-40380f311d86" providerId="ADAL" clId="{06FA95E6-DEEE-44D1-8FB4-04FB89CAA7D6}" dt="2025-07-22T03:17:28.677" v="1345" actId="14100"/>
          <ac:spMkLst>
            <pc:docMk/>
            <pc:sldMk cId="4204805370" sldId="291"/>
            <ac:spMk id="5" creationId="{9A9EDD5E-5B53-5034-E103-3237D5A8E3DC}"/>
          </ac:spMkLst>
        </pc:spChg>
        <pc:spChg chg="mod">
          <ac:chgData name="2374802010192 - Trần Võ Huy - 71K29CNTT12" userId="0d5f872e-7409-4b24-a716-40380f311d86" providerId="ADAL" clId="{06FA95E6-DEEE-44D1-8FB4-04FB89CAA7D6}" dt="2025-07-22T03:36:31.999" v="1483" actId="20577"/>
          <ac:spMkLst>
            <pc:docMk/>
            <pc:sldMk cId="4204805370" sldId="291"/>
            <ac:spMk id="6" creationId="{666545D3-E1B5-EF01-0A13-7472D6BAA9B5}"/>
          </ac:spMkLst>
        </pc:spChg>
        <pc:spChg chg="add del mod">
          <ac:chgData name="2374802010192 - Trần Võ Huy - 71K29CNTT12" userId="0d5f872e-7409-4b24-a716-40380f311d86" providerId="ADAL" clId="{06FA95E6-DEEE-44D1-8FB4-04FB89CAA7D6}" dt="2025-07-28T09:48:08.912" v="2421" actId="20577"/>
          <ac:spMkLst>
            <pc:docMk/>
            <pc:sldMk cId="4204805370" sldId="291"/>
            <ac:spMk id="189" creationId="{A26E9FF9-3F01-429D-A458-4776E8BA601C}"/>
          </ac:spMkLst>
        </pc:spChg>
        <pc:picChg chg="add mod">
          <ac:chgData name="2374802010192 - Trần Võ Huy - 71K29CNTT12" userId="0d5f872e-7409-4b24-a716-40380f311d86" providerId="ADAL" clId="{06FA95E6-DEEE-44D1-8FB4-04FB89CAA7D6}" dt="2025-07-26T07:08:42.880" v="2376"/>
          <ac:picMkLst>
            <pc:docMk/>
            <pc:sldMk cId="4204805370" sldId="291"/>
            <ac:picMk id="2" creationId="{5C681954-CA63-A0EC-F2DB-BD813E8DBE36}"/>
          </ac:picMkLst>
        </pc:picChg>
        <pc:picChg chg="add del mod">
          <ac:chgData name="2374802010192 - Trần Võ Huy - 71K29CNTT12" userId="0d5f872e-7409-4b24-a716-40380f311d86" providerId="ADAL" clId="{06FA95E6-DEEE-44D1-8FB4-04FB89CAA7D6}" dt="2025-07-28T17:37:37.144" v="2432"/>
          <ac:picMkLst>
            <pc:docMk/>
            <pc:sldMk cId="4204805370" sldId="291"/>
            <ac:picMk id="7" creationId="{8BDBD833-328F-A834-742F-F78C218F0610}"/>
          </ac:picMkLst>
        </pc:picChg>
        <pc:picChg chg="add del mod ord">
          <ac:chgData name="2374802010192 - Trần Võ Huy - 71K29CNTT12" userId="0d5f872e-7409-4b24-a716-40380f311d86" providerId="ADAL" clId="{06FA95E6-DEEE-44D1-8FB4-04FB89CAA7D6}" dt="2025-07-28T17:37:38.046" v="2434" actId="478"/>
          <ac:picMkLst>
            <pc:docMk/>
            <pc:sldMk cId="4204805370" sldId="291"/>
            <ac:picMk id="8" creationId="{872A84BC-29F0-98A8-E112-0AB37357F99B}"/>
          </ac:picMkLst>
        </pc:picChg>
        <pc:picChg chg="add del mod ord">
          <ac:chgData name="2374802010192 - Trần Võ Huy - 71K29CNTT12" userId="0d5f872e-7409-4b24-a716-40380f311d86" providerId="ADAL" clId="{06FA95E6-DEEE-44D1-8FB4-04FB89CAA7D6}" dt="2025-07-28T17:37:38.046" v="2434" actId="478"/>
          <ac:picMkLst>
            <pc:docMk/>
            <pc:sldMk cId="4204805370" sldId="291"/>
            <ac:picMk id="10" creationId="{4CD12CEB-2EB1-E734-AFE0-340925A0941C}"/>
          </ac:picMkLst>
        </pc:picChg>
        <pc:picChg chg="add del mod ord">
          <ac:chgData name="2374802010192 - Trần Võ Huy - 71K29CNTT12" userId="0d5f872e-7409-4b24-a716-40380f311d86" providerId="ADAL" clId="{06FA95E6-DEEE-44D1-8FB4-04FB89CAA7D6}" dt="2025-07-28T17:37:38.046" v="2434" actId="478"/>
          <ac:picMkLst>
            <pc:docMk/>
            <pc:sldMk cId="4204805370" sldId="291"/>
            <ac:picMk id="14" creationId="{54F4CB91-BF41-BB50-FF7B-B18EB0D8AB36}"/>
          </ac:picMkLst>
        </pc:picChg>
        <pc:picChg chg="add del mod ord">
          <ac:chgData name="2374802010192 - Trần Võ Huy - 71K29CNTT12" userId="0d5f872e-7409-4b24-a716-40380f311d86" providerId="ADAL" clId="{06FA95E6-DEEE-44D1-8FB4-04FB89CAA7D6}" dt="2025-07-28T17:37:37.547" v="2433" actId="478"/>
          <ac:picMkLst>
            <pc:docMk/>
            <pc:sldMk cId="4204805370" sldId="291"/>
            <ac:picMk id="18" creationId="{8D900438-211F-73A9-2362-0CAF5DE781D1}"/>
          </ac:picMkLst>
        </pc:picChg>
        <pc:cxnChg chg="mod">
          <ac:chgData name="2374802010192 - Trần Võ Huy - 71K29CNTT12" userId="0d5f872e-7409-4b24-a716-40380f311d86" providerId="ADAL" clId="{06FA95E6-DEEE-44D1-8FB4-04FB89CAA7D6}" dt="2025-07-22T03:35:31.853" v="1475" actId="1076"/>
          <ac:cxnSpMkLst>
            <pc:docMk/>
            <pc:sldMk cId="4204805370" sldId="291"/>
            <ac:cxnSpMk id="192" creationId="{A6EAB86D-C8DA-9C1C-6859-2BD995C355DE}"/>
          </ac:cxnSpMkLst>
        </pc:cxnChg>
      </pc:sldChg>
      <pc:sldChg chg="addSp delSp modSp add mod modTransition">
        <pc:chgData name="2374802010192 - Trần Võ Huy - 71K29CNTT12" userId="0d5f872e-7409-4b24-a716-40380f311d86" providerId="ADAL" clId="{06FA95E6-DEEE-44D1-8FB4-04FB89CAA7D6}" dt="2025-07-28T17:37:39.003" v="2435" actId="478"/>
        <pc:sldMkLst>
          <pc:docMk/>
          <pc:sldMk cId="2690031917" sldId="292"/>
        </pc:sldMkLst>
        <pc:spChg chg="mod">
          <ac:chgData name="2374802010192 - Trần Võ Huy - 71K29CNTT12" userId="0d5f872e-7409-4b24-a716-40380f311d86" providerId="ADAL" clId="{06FA95E6-DEEE-44D1-8FB4-04FB89CAA7D6}" dt="2025-07-22T03:36:18.758" v="1482" actId="14100"/>
          <ac:spMkLst>
            <pc:docMk/>
            <pc:sldMk cId="2690031917" sldId="292"/>
            <ac:spMk id="4" creationId="{F8933F9B-FF0C-DCB6-8A26-8B7AFA2426FD}"/>
          </ac:spMkLst>
        </pc:spChg>
        <pc:spChg chg="mod">
          <ac:chgData name="2374802010192 - Trần Võ Huy - 71K29CNTT12" userId="0d5f872e-7409-4b24-a716-40380f311d86" providerId="ADAL" clId="{06FA95E6-DEEE-44D1-8FB4-04FB89CAA7D6}" dt="2025-07-22T03:36:09.285" v="1478" actId="20577"/>
          <ac:spMkLst>
            <pc:docMk/>
            <pc:sldMk cId="2690031917" sldId="292"/>
            <ac:spMk id="5" creationId="{499A7695-109F-70C0-0EB0-8A0E24E4DA9A}"/>
          </ac:spMkLst>
        </pc:spChg>
        <pc:spChg chg="mod">
          <ac:chgData name="2374802010192 - Trần Võ Huy - 71K29CNTT12" userId="0d5f872e-7409-4b24-a716-40380f311d86" providerId="ADAL" clId="{06FA95E6-DEEE-44D1-8FB4-04FB89CAA7D6}" dt="2025-07-22T03:36:38.607" v="1485"/>
          <ac:spMkLst>
            <pc:docMk/>
            <pc:sldMk cId="2690031917" sldId="292"/>
            <ac:spMk id="6" creationId="{FD0A8E16-0176-5727-8A43-97552224C703}"/>
          </ac:spMkLst>
        </pc:spChg>
        <pc:spChg chg="add del mod">
          <ac:chgData name="2374802010192 - Trần Võ Huy - 71K29CNTT12" userId="0d5f872e-7409-4b24-a716-40380f311d86" providerId="ADAL" clId="{06FA95E6-DEEE-44D1-8FB4-04FB89CAA7D6}" dt="2025-07-28T09:01:13.666" v="2415" actId="403"/>
          <ac:spMkLst>
            <pc:docMk/>
            <pc:sldMk cId="2690031917" sldId="292"/>
            <ac:spMk id="189" creationId="{92AB20E8-3FB0-3BD2-6AF5-1296CF2C20D3}"/>
          </ac:spMkLst>
        </pc:spChg>
        <pc:picChg chg="add mod">
          <ac:chgData name="2374802010192 - Trần Võ Huy - 71K29CNTT12" userId="0d5f872e-7409-4b24-a716-40380f311d86" providerId="ADAL" clId="{06FA95E6-DEEE-44D1-8FB4-04FB89CAA7D6}" dt="2025-07-26T07:08:44.457" v="2377"/>
          <ac:picMkLst>
            <pc:docMk/>
            <pc:sldMk cId="2690031917" sldId="292"/>
            <ac:picMk id="2" creationId="{77235B9E-3F26-23DD-11D9-30F4E6AB11EB}"/>
          </ac:picMkLst>
        </pc:picChg>
        <pc:picChg chg="add del mod">
          <ac:chgData name="2374802010192 - Trần Võ Huy - 71K29CNTT12" userId="0d5f872e-7409-4b24-a716-40380f311d86" providerId="ADAL" clId="{06FA95E6-DEEE-44D1-8FB4-04FB89CAA7D6}" dt="2025-07-28T17:37:39.003" v="2435" actId="478"/>
          <ac:picMkLst>
            <pc:docMk/>
            <pc:sldMk cId="2690031917" sldId="292"/>
            <ac:picMk id="12" creationId="{336896E1-6914-8272-5DC3-46600B01F32F}"/>
          </ac:picMkLst>
        </pc:picChg>
        <pc:picChg chg="add del mod">
          <ac:chgData name="2374802010192 - Trần Võ Huy - 71K29CNTT12" userId="0d5f872e-7409-4b24-a716-40380f311d86" providerId="ADAL" clId="{06FA95E6-DEEE-44D1-8FB4-04FB89CAA7D6}" dt="2025-07-28T17:37:39.003" v="2435" actId="478"/>
          <ac:picMkLst>
            <pc:docMk/>
            <pc:sldMk cId="2690031917" sldId="292"/>
            <ac:picMk id="15" creationId="{3476A382-9136-D86A-029E-3909EB5F2840}"/>
          </ac:picMkLst>
        </pc:picChg>
        <pc:picChg chg="add del mod">
          <ac:chgData name="2374802010192 - Trần Võ Huy - 71K29CNTT12" userId="0d5f872e-7409-4b24-a716-40380f311d86" providerId="ADAL" clId="{06FA95E6-DEEE-44D1-8FB4-04FB89CAA7D6}" dt="2025-07-28T17:37:39.003" v="2435" actId="478"/>
          <ac:picMkLst>
            <pc:docMk/>
            <pc:sldMk cId="2690031917" sldId="292"/>
            <ac:picMk id="17" creationId="{43F633F6-3E96-7743-A5EB-60A0525C928B}"/>
          </ac:picMkLst>
        </pc:picChg>
        <pc:cxnChg chg="mod">
          <ac:chgData name="2374802010192 - Trần Võ Huy - 71K29CNTT12" userId="0d5f872e-7409-4b24-a716-40380f311d86" providerId="ADAL" clId="{06FA95E6-DEEE-44D1-8FB4-04FB89CAA7D6}" dt="2025-07-22T03:36:45.757" v="1486" actId="1076"/>
          <ac:cxnSpMkLst>
            <pc:docMk/>
            <pc:sldMk cId="2690031917" sldId="292"/>
            <ac:cxnSpMk id="192" creationId="{FDFA0152-63F0-286F-EE6C-31FA0FD33A03}"/>
          </ac:cxnSpMkLst>
        </pc:cxnChg>
      </pc:sldChg>
      <pc:sldChg chg="addSp delSp modSp add mod modTransition">
        <pc:chgData name="2374802010192 - Trần Võ Huy - 71K29CNTT12" userId="0d5f872e-7409-4b24-a716-40380f311d86" providerId="ADAL" clId="{06FA95E6-DEEE-44D1-8FB4-04FB89CAA7D6}" dt="2025-07-28T09:01:16.717" v="2416" actId="403"/>
        <pc:sldMkLst>
          <pc:docMk/>
          <pc:sldMk cId="4064736733" sldId="293"/>
        </pc:sldMkLst>
        <pc:spChg chg="mod">
          <ac:chgData name="2374802010192 - Trần Võ Huy - 71K29CNTT12" userId="0d5f872e-7409-4b24-a716-40380f311d86" providerId="ADAL" clId="{06FA95E6-DEEE-44D1-8FB4-04FB89CAA7D6}" dt="2025-07-22T03:43:29.184" v="1622" actId="404"/>
          <ac:spMkLst>
            <pc:docMk/>
            <pc:sldMk cId="4064736733" sldId="293"/>
            <ac:spMk id="4" creationId="{1D8221E6-0CFB-2903-5ABE-D03100A03709}"/>
          </ac:spMkLst>
        </pc:spChg>
        <pc:spChg chg="mod">
          <ac:chgData name="2374802010192 - Trần Võ Huy - 71K29CNTT12" userId="0d5f872e-7409-4b24-a716-40380f311d86" providerId="ADAL" clId="{06FA95E6-DEEE-44D1-8FB4-04FB89CAA7D6}" dt="2025-07-22T03:43:45.158" v="1624" actId="14100"/>
          <ac:spMkLst>
            <pc:docMk/>
            <pc:sldMk cId="4064736733" sldId="293"/>
            <ac:spMk id="5" creationId="{20741ED8-1B30-D5D4-07BE-1BFD614B4B65}"/>
          </ac:spMkLst>
        </pc:spChg>
        <pc:spChg chg="mod">
          <ac:chgData name="2374802010192 - Trần Võ Huy - 71K29CNTT12" userId="0d5f872e-7409-4b24-a716-40380f311d86" providerId="ADAL" clId="{06FA95E6-DEEE-44D1-8FB4-04FB89CAA7D6}" dt="2025-07-22T03:44:00.097" v="1626"/>
          <ac:spMkLst>
            <pc:docMk/>
            <pc:sldMk cId="4064736733" sldId="293"/>
            <ac:spMk id="6" creationId="{F16E42EC-2CD8-D0A4-D839-7FD3D9F1F632}"/>
          </ac:spMkLst>
        </pc:spChg>
        <pc:spChg chg="add del mod">
          <ac:chgData name="2374802010192 - Trần Võ Huy - 71K29CNTT12" userId="0d5f872e-7409-4b24-a716-40380f311d86" providerId="ADAL" clId="{06FA95E6-DEEE-44D1-8FB4-04FB89CAA7D6}" dt="2025-07-28T09:01:16.717" v="2416" actId="403"/>
          <ac:spMkLst>
            <pc:docMk/>
            <pc:sldMk cId="4064736733" sldId="293"/>
            <ac:spMk id="189" creationId="{B3535CC7-9377-8F9F-B2B1-F32F42D05D94}"/>
          </ac:spMkLst>
        </pc:spChg>
        <pc:picChg chg="add mod">
          <ac:chgData name="2374802010192 - Trần Võ Huy - 71K29CNTT12" userId="0d5f872e-7409-4b24-a716-40380f311d86" providerId="ADAL" clId="{06FA95E6-DEEE-44D1-8FB4-04FB89CAA7D6}" dt="2025-07-26T07:08:45.467" v="2378"/>
          <ac:picMkLst>
            <pc:docMk/>
            <pc:sldMk cId="4064736733" sldId="293"/>
            <ac:picMk id="2" creationId="{9065DE38-AFC6-D6FF-BB4A-D9690A3F20BB}"/>
          </ac:picMkLst>
        </pc:picChg>
        <pc:picChg chg="add mod">
          <ac:chgData name="2374802010192 - Trần Võ Huy - 71K29CNTT12" userId="0d5f872e-7409-4b24-a716-40380f311d86" providerId="ADAL" clId="{06FA95E6-DEEE-44D1-8FB4-04FB89CAA7D6}" dt="2025-07-22T03:49:37.423" v="1666" actId="14100"/>
          <ac:picMkLst>
            <pc:docMk/>
            <pc:sldMk cId="4064736733" sldId="293"/>
            <ac:picMk id="7" creationId="{829AF6A2-5ABC-8688-BF84-A722D09143A4}"/>
          </ac:picMkLst>
        </pc:picChg>
        <pc:picChg chg="add mod ord">
          <ac:chgData name="2374802010192 - Trần Võ Huy - 71K29CNTT12" userId="0d5f872e-7409-4b24-a716-40380f311d86" providerId="ADAL" clId="{06FA95E6-DEEE-44D1-8FB4-04FB89CAA7D6}" dt="2025-07-22T03:51:39.206" v="1691" actId="1076"/>
          <ac:picMkLst>
            <pc:docMk/>
            <pc:sldMk cId="4064736733" sldId="293"/>
            <ac:picMk id="9" creationId="{BE3745CF-3C5D-3A2F-4156-0D5F83F3F4F8}"/>
          </ac:picMkLst>
        </pc:picChg>
        <pc:picChg chg="add mod modCrop">
          <ac:chgData name="2374802010192 - Trần Võ Huy - 71K29CNTT12" userId="0d5f872e-7409-4b24-a716-40380f311d86" providerId="ADAL" clId="{06FA95E6-DEEE-44D1-8FB4-04FB89CAA7D6}" dt="2025-07-22T03:51:32.686" v="1688" actId="1076"/>
          <ac:picMkLst>
            <pc:docMk/>
            <pc:sldMk cId="4064736733" sldId="293"/>
            <ac:picMk id="14" creationId="{C100AF8D-A571-B78C-2EF0-7AB0ACAFE3FA}"/>
          </ac:picMkLst>
        </pc:picChg>
      </pc:sldChg>
      <pc:sldChg chg="addSp delSp modSp add mod ord modTransition">
        <pc:chgData name="2374802010192 - Trần Võ Huy - 71K29CNTT12" userId="0d5f872e-7409-4b24-a716-40380f311d86" providerId="ADAL" clId="{06FA95E6-DEEE-44D1-8FB4-04FB89CAA7D6}" dt="2025-07-26T07:09:24.655" v="2390" actId="1076"/>
        <pc:sldMkLst>
          <pc:docMk/>
          <pc:sldMk cId="2974682405" sldId="294"/>
        </pc:sldMkLst>
        <pc:spChg chg="mod">
          <ac:chgData name="2374802010192 - Trần Võ Huy - 71K29CNTT12" userId="0d5f872e-7409-4b24-a716-40380f311d86" providerId="ADAL" clId="{06FA95E6-DEEE-44D1-8FB4-04FB89CAA7D6}" dt="2025-07-22T03:52:45.233" v="1705" actId="20577"/>
          <ac:spMkLst>
            <pc:docMk/>
            <pc:sldMk cId="2974682405" sldId="294"/>
            <ac:spMk id="4" creationId="{A5F0650F-FAD0-DA7B-8DB5-F1A80344578A}"/>
          </ac:spMkLst>
        </pc:spChg>
        <pc:spChg chg="mod">
          <ac:chgData name="2374802010192 - Trần Võ Huy - 71K29CNTT12" userId="0d5f872e-7409-4b24-a716-40380f311d86" providerId="ADAL" clId="{06FA95E6-DEEE-44D1-8FB4-04FB89CAA7D6}" dt="2025-07-22T03:57:39.096" v="1826" actId="113"/>
          <ac:spMkLst>
            <pc:docMk/>
            <pc:sldMk cId="2974682405" sldId="294"/>
            <ac:spMk id="189" creationId="{9F1C28E2-610F-0125-8CA7-46726C555B0D}"/>
          </ac:spMkLst>
        </pc:spChg>
        <pc:picChg chg="add del mod">
          <ac:chgData name="2374802010192 - Trần Võ Huy - 71K29CNTT12" userId="0d5f872e-7409-4b24-a716-40380f311d86" providerId="ADAL" clId="{06FA95E6-DEEE-44D1-8FB4-04FB89CAA7D6}" dt="2025-07-26T07:09:24.655" v="2390" actId="1076"/>
          <ac:picMkLst>
            <pc:docMk/>
            <pc:sldMk cId="2974682405" sldId="294"/>
            <ac:picMk id="2" creationId="{4F7228EF-D0E9-9726-1B7B-A24DFBCFA9B1}"/>
          </ac:picMkLst>
        </pc:picChg>
        <pc:picChg chg="add mod ord">
          <ac:chgData name="2374802010192 - Trần Võ Huy - 71K29CNTT12" userId="0d5f872e-7409-4b24-a716-40380f311d86" providerId="ADAL" clId="{06FA95E6-DEEE-44D1-8FB4-04FB89CAA7D6}" dt="2025-07-22T03:54:27.456" v="1715" actId="167"/>
          <ac:picMkLst>
            <pc:docMk/>
            <pc:sldMk cId="2974682405" sldId="294"/>
            <ac:picMk id="3" creationId="{7DB58229-AC8D-4624-DF60-9321C8F097A0}"/>
          </ac:picMkLst>
        </pc:picChg>
        <pc:picChg chg="add mod">
          <ac:chgData name="2374802010192 - Trần Võ Huy - 71K29CNTT12" userId="0d5f872e-7409-4b24-a716-40380f311d86" providerId="ADAL" clId="{06FA95E6-DEEE-44D1-8FB4-04FB89CAA7D6}" dt="2025-07-22T04:11:00.423" v="2025" actId="14100"/>
          <ac:picMkLst>
            <pc:docMk/>
            <pc:sldMk cId="2974682405" sldId="294"/>
            <ac:picMk id="6" creationId="{D0C4F403-D645-0399-648E-8F364649D363}"/>
          </ac:picMkLst>
        </pc:picChg>
      </pc:sldChg>
      <pc:sldChg chg="addSp delSp modSp add mod modTransition">
        <pc:chgData name="2374802010192 - Trần Võ Huy - 71K29CNTT12" userId="0d5f872e-7409-4b24-a716-40380f311d86" providerId="ADAL" clId="{06FA95E6-DEEE-44D1-8FB4-04FB89CAA7D6}" dt="2025-07-26T07:09:25.969" v="2391" actId="1076"/>
        <pc:sldMkLst>
          <pc:docMk/>
          <pc:sldMk cId="1043545781" sldId="295"/>
        </pc:sldMkLst>
        <pc:spChg chg="mod">
          <ac:chgData name="2374802010192 - Trần Võ Huy - 71K29CNTT12" userId="0d5f872e-7409-4b24-a716-40380f311d86" providerId="ADAL" clId="{06FA95E6-DEEE-44D1-8FB4-04FB89CAA7D6}" dt="2025-07-22T04:09:36.647" v="2017" actId="14100"/>
          <ac:spMkLst>
            <pc:docMk/>
            <pc:sldMk cId="1043545781" sldId="295"/>
            <ac:spMk id="168" creationId="{08A10E7E-F7F1-48E5-A565-6417D6F2E33D}"/>
          </ac:spMkLst>
        </pc:spChg>
        <pc:spChg chg="mod">
          <ac:chgData name="2374802010192 - Trần Võ Huy - 71K29CNTT12" userId="0d5f872e-7409-4b24-a716-40380f311d86" providerId="ADAL" clId="{06FA95E6-DEEE-44D1-8FB4-04FB89CAA7D6}" dt="2025-07-22T03:58:48.954" v="1872"/>
          <ac:spMkLst>
            <pc:docMk/>
            <pc:sldMk cId="1043545781" sldId="295"/>
            <ac:spMk id="169" creationId="{4B99F21F-8B98-CD0F-28F4-5B7684F470CC}"/>
          </ac:spMkLst>
        </pc:spChg>
        <pc:picChg chg="add mod">
          <ac:chgData name="2374802010192 - Trần Võ Huy - 71K29CNTT12" userId="0d5f872e-7409-4b24-a716-40380f311d86" providerId="ADAL" clId="{06FA95E6-DEEE-44D1-8FB4-04FB89CAA7D6}" dt="2025-07-26T07:09:25.969" v="2391" actId="1076"/>
          <ac:picMkLst>
            <pc:docMk/>
            <pc:sldMk cId="1043545781" sldId="295"/>
            <ac:picMk id="2" creationId="{C72886B8-85B8-A36A-12CC-76AE363A9141}"/>
          </ac:picMkLst>
        </pc:picChg>
      </pc:sldChg>
      <pc:sldChg chg="addSp delSp modSp add mod">
        <pc:chgData name="2374802010192 - Trần Võ Huy - 71K29CNTT12" userId="0d5f872e-7409-4b24-a716-40380f311d86" providerId="ADAL" clId="{06FA95E6-DEEE-44D1-8FB4-04FB89CAA7D6}" dt="2025-07-28T09:49:30.695" v="2422" actId="20577"/>
        <pc:sldMkLst>
          <pc:docMk/>
          <pc:sldMk cId="96837881" sldId="296"/>
        </pc:sldMkLst>
        <pc:spChg chg="mod">
          <ac:chgData name="2374802010192 - Trần Võ Huy - 71K29CNTT12" userId="0d5f872e-7409-4b24-a716-40380f311d86" providerId="ADAL" clId="{06FA95E6-DEEE-44D1-8FB4-04FB89CAA7D6}" dt="2025-07-28T08:59:31.613" v="2398"/>
          <ac:spMkLst>
            <pc:docMk/>
            <pc:sldMk cId="96837881" sldId="296"/>
            <ac:spMk id="4" creationId="{7A67590B-75B3-5D90-2F82-0626A5F68A61}"/>
          </ac:spMkLst>
        </pc:spChg>
        <pc:spChg chg="add">
          <ac:chgData name="2374802010192 - Trần Võ Huy - 71K29CNTT12" userId="0d5f872e-7409-4b24-a716-40380f311d86" providerId="ADAL" clId="{06FA95E6-DEEE-44D1-8FB4-04FB89CAA7D6}" dt="2025-07-28T09:00:17.704" v="2399"/>
          <ac:spMkLst>
            <pc:docMk/>
            <pc:sldMk cId="96837881" sldId="296"/>
            <ac:spMk id="5" creationId="{67435244-2088-D02E-9582-D2D6D304853E}"/>
          </ac:spMkLst>
        </pc:spChg>
        <pc:spChg chg="add mod">
          <ac:chgData name="2374802010192 - Trần Võ Huy - 71K29CNTT12" userId="0d5f872e-7409-4b24-a716-40380f311d86" providerId="ADAL" clId="{06FA95E6-DEEE-44D1-8FB4-04FB89CAA7D6}" dt="2025-07-28T09:00:25.794" v="2404"/>
          <ac:spMkLst>
            <pc:docMk/>
            <pc:sldMk cId="96837881" sldId="296"/>
            <ac:spMk id="8" creationId="{65ECA727-8917-D88B-8565-268268FA81A0}"/>
          </ac:spMkLst>
        </pc:spChg>
        <pc:spChg chg="add del mod">
          <ac:chgData name="2374802010192 - Trần Võ Huy - 71K29CNTT12" userId="0d5f872e-7409-4b24-a716-40380f311d86" providerId="ADAL" clId="{06FA95E6-DEEE-44D1-8FB4-04FB89CAA7D6}" dt="2025-07-28T09:49:30.695" v="2422" actId="20577"/>
          <ac:spMkLst>
            <pc:docMk/>
            <pc:sldMk cId="96837881" sldId="296"/>
            <ac:spMk id="189" creationId="{B1270368-7159-6D08-E2F1-DC9E2EF0A183}"/>
          </ac:spMkLst>
        </pc:spChg>
        <pc:picChg chg="del">
          <ac:chgData name="2374802010192 - Trần Võ Huy - 71K29CNTT12" userId="0d5f872e-7409-4b24-a716-40380f311d86" providerId="ADAL" clId="{06FA95E6-DEEE-44D1-8FB4-04FB89CAA7D6}" dt="2025-07-28T08:58:35.108" v="2394" actId="478"/>
          <ac:picMkLst>
            <pc:docMk/>
            <pc:sldMk cId="96837881" sldId="296"/>
            <ac:picMk id="3" creationId="{20729D76-7BF9-FCE9-A17C-7906923DF1DE}"/>
          </ac:picMkLst>
        </pc:picChg>
        <pc:picChg chg="del">
          <ac:chgData name="2374802010192 - Trần Võ Huy - 71K29CNTT12" userId="0d5f872e-7409-4b24-a716-40380f311d86" providerId="ADAL" clId="{06FA95E6-DEEE-44D1-8FB4-04FB89CAA7D6}" dt="2025-07-28T08:58:34.453" v="2393" actId="478"/>
          <ac:picMkLst>
            <pc:docMk/>
            <pc:sldMk cId="96837881" sldId="296"/>
            <ac:picMk id="6" creationId="{380CDA2D-2097-A811-F56F-18EF1C17D2A7}"/>
          </ac:picMkLst>
        </pc:picChg>
      </pc:sldChg>
      <pc:sldMasterChg chg="modTransition addSldLayout delSldLayout modSldLayout">
        <pc:chgData name="2374802010192 - Trần Võ Huy - 71K29CNTT12" userId="0d5f872e-7409-4b24-a716-40380f311d86" providerId="ADAL" clId="{06FA95E6-DEEE-44D1-8FB4-04FB89CAA7D6}" dt="2025-07-22T04:16:07.865" v="2345"/>
        <pc:sldMasterMkLst>
          <pc:docMk/>
          <pc:sldMasterMk cId="0" sldId="2147483673"/>
        </pc:sldMasterMkLst>
        <pc:sldLayoutChg chg="modTransition">
          <pc:chgData name="2374802010192 - Trần Võ Huy - 71K29CNTT12" userId="0d5f872e-7409-4b24-a716-40380f311d86" providerId="ADAL" clId="{06FA95E6-DEEE-44D1-8FB4-04FB89CAA7D6}" dt="2025-07-22T04:16:07.865" v="2345"/>
          <pc:sldLayoutMkLst>
            <pc:docMk/>
            <pc:sldMasterMk cId="0" sldId="2147483673"/>
            <pc:sldLayoutMk cId="0" sldId="2147483648"/>
          </pc:sldLayoutMkLst>
        </pc:sldLayoutChg>
        <pc:sldLayoutChg chg="del">
          <pc:chgData name="2374802010192 - Trần Võ Huy - 71K29CNTT12" userId="0d5f872e-7409-4b24-a716-40380f311d86" providerId="ADAL" clId="{06FA95E6-DEEE-44D1-8FB4-04FB89CAA7D6}" dt="2025-07-22T02:39:45.210" v="988" actId="47"/>
          <pc:sldLayoutMkLst>
            <pc:docMk/>
            <pc:sldMasterMk cId="0" sldId="2147483673"/>
            <pc:sldLayoutMk cId="0" sldId="2147483649"/>
          </pc:sldLayoutMkLst>
        </pc:sldLayoutChg>
        <pc:sldLayoutChg chg="add del">
          <pc:chgData name="2374802010192 - Trần Võ Huy - 71K29CNTT12" userId="0d5f872e-7409-4b24-a716-40380f311d86" providerId="ADAL" clId="{06FA95E6-DEEE-44D1-8FB4-04FB89CAA7D6}" dt="2025-07-22T04:11:54.071" v="2076" actId="47"/>
          <pc:sldLayoutMkLst>
            <pc:docMk/>
            <pc:sldMasterMk cId="0" sldId="2147483673"/>
            <pc:sldLayoutMk cId="0" sldId="2147483650"/>
          </pc:sldLayoutMkLst>
        </pc:sldLayoutChg>
        <pc:sldLayoutChg chg="add del">
          <pc:chgData name="2374802010192 - Trần Võ Huy - 71K29CNTT12" userId="0d5f872e-7409-4b24-a716-40380f311d86" providerId="ADAL" clId="{06FA95E6-DEEE-44D1-8FB4-04FB89CAA7D6}" dt="2025-07-22T04:11:52.891" v="2066" actId="47"/>
          <pc:sldLayoutMkLst>
            <pc:docMk/>
            <pc:sldMasterMk cId="0" sldId="2147483673"/>
            <pc:sldLayoutMk cId="0" sldId="2147483651"/>
          </pc:sldLayoutMkLst>
        </pc:sldLayoutChg>
        <pc:sldLayoutChg chg="add del">
          <pc:chgData name="2374802010192 - Trần Võ Huy - 71K29CNTT12" userId="0d5f872e-7409-4b24-a716-40380f311d86" providerId="ADAL" clId="{06FA95E6-DEEE-44D1-8FB4-04FB89CAA7D6}" dt="2025-07-22T04:11:53.580" v="2072" actId="47"/>
          <pc:sldLayoutMkLst>
            <pc:docMk/>
            <pc:sldMasterMk cId="0" sldId="2147483673"/>
            <pc:sldLayoutMk cId="0" sldId="2147483652"/>
          </pc:sldLayoutMkLst>
        </pc:sldLayoutChg>
        <pc:sldLayoutChg chg="modTransition">
          <pc:chgData name="2374802010192 - Trần Võ Huy - 71K29CNTT12" userId="0d5f872e-7409-4b24-a716-40380f311d86" providerId="ADAL" clId="{06FA95E6-DEEE-44D1-8FB4-04FB89CAA7D6}" dt="2025-07-22T04:16:07.865" v="2345"/>
          <pc:sldLayoutMkLst>
            <pc:docMk/>
            <pc:sldMasterMk cId="0" sldId="2147483673"/>
            <pc:sldLayoutMk cId="0" sldId="2147483653"/>
          </pc:sldLayoutMkLst>
        </pc:sldLayoutChg>
        <pc:sldLayoutChg chg="modTransition">
          <pc:chgData name="2374802010192 - Trần Võ Huy - 71K29CNTT12" userId="0d5f872e-7409-4b24-a716-40380f311d86" providerId="ADAL" clId="{06FA95E6-DEEE-44D1-8FB4-04FB89CAA7D6}" dt="2025-07-22T04:16:07.865" v="2345"/>
          <pc:sldLayoutMkLst>
            <pc:docMk/>
            <pc:sldMasterMk cId="0" sldId="2147483673"/>
            <pc:sldLayoutMk cId="0" sldId="2147483654"/>
          </pc:sldLayoutMkLst>
        </pc:sldLayoutChg>
        <pc:sldLayoutChg chg="modTransition">
          <pc:chgData name="2374802010192 - Trần Võ Huy - 71K29CNTT12" userId="0d5f872e-7409-4b24-a716-40380f311d86" providerId="ADAL" clId="{06FA95E6-DEEE-44D1-8FB4-04FB89CAA7D6}" dt="2025-07-22T04:16:07.865" v="2345"/>
          <pc:sldLayoutMkLst>
            <pc:docMk/>
            <pc:sldMasterMk cId="0" sldId="2147483673"/>
            <pc:sldLayoutMk cId="0" sldId="2147483655"/>
          </pc:sldLayoutMkLst>
        </pc:sldLayoutChg>
        <pc:sldLayoutChg chg="add del">
          <pc:chgData name="2374802010192 - Trần Võ Huy - 71K29CNTT12" userId="0d5f872e-7409-4b24-a716-40380f311d86" providerId="ADAL" clId="{06FA95E6-DEEE-44D1-8FB4-04FB89CAA7D6}" dt="2025-07-22T04:11:53.489" v="2069" actId="47"/>
          <pc:sldLayoutMkLst>
            <pc:docMk/>
            <pc:sldMasterMk cId="0" sldId="2147483673"/>
            <pc:sldLayoutMk cId="0" sldId="2147483656"/>
          </pc:sldLayoutMkLst>
        </pc:sldLayoutChg>
        <pc:sldLayoutChg chg="modTransition">
          <pc:chgData name="2374802010192 - Trần Võ Huy - 71K29CNTT12" userId="0d5f872e-7409-4b24-a716-40380f311d86" providerId="ADAL" clId="{06FA95E6-DEEE-44D1-8FB4-04FB89CAA7D6}" dt="2025-07-22T04:16:07.865" v="2345"/>
          <pc:sldLayoutMkLst>
            <pc:docMk/>
            <pc:sldMasterMk cId="0" sldId="2147483673"/>
            <pc:sldLayoutMk cId="0" sldId="2147483657"/>
          </pc:sldLayoutMkLst>
        </pc:sldLayoutChg>
        <pc:sldLayoutChg chg="modTransition">
          <pc:chgData name="2374802010192 - Trần Võ Huy - 71K29CNTT12" userId="0d5f872e-7409-4b24-a716-40380f311d86" providerId="ADAL" clId="{06FA95E6-DEEE-44D1-8FB4-04FB89CAA7D6}" dt="2025-07-22T04:16:07.865" v="2345"/>
          <pc:sldLayoutMkLst>
            <pc:docMk/>
            <pc:sldMasterMk cId="0" sldId="2147483673"/>
            <pc:sldLayoutMk cId="0" sldId="2147483658"/>
          </pc:sldLayoutMkLst>
        </pc:sldLayoutChg>
        <pc:sldLayoutChg chg="modTransition">
          <pc:chgData name="2374802010192 - Trần Võ Huy - 71K29CNTT12" userId="0d5f872e-7409-4b24-a716-40380f311d86" providerId="ADAL" clId="{06FA95E6-DEEE-44D1-8FB4-04FB89CAA7D6}" dt="2025-07-22T04:16:07.865" v="2345"/>
          <pc:sldLayoutMkLst>
            <pc:docMk/>
            <pc:sldMasterMk cId="0" sldId="2147483673"/>
            <pc:sldLayoutMk cId="0" sldId="2147483659"/>
          </pc:sldLayoutMkLst>
        </pc:sldLayoutChg>
        <pc:sldLayoutChg chg="modTransition">
          <pc:chgData name="2374802010192 - Trần Võ Huy - 71K29CNTT12" userId="0d5f872e-7409-4b24-a716-40380f311d86" providerId="ADAL" clId="{06FA95E6-DEEE-44D1-8FB4-04FB89CAA7D6}" dt="2025-07-22T04:16:07.865" v="2345"/>
          <pc:sldLayoutMkLst>
            <pc:docMk/>
            <pc:sldMasterMk cId="0" sldId="2147483673"/>
            <pc:sldLayoutMk cId="0" sldId="2147483660"/>
          </pc:sldLayoutMkLst>
        </pc:sldLayoutChg>
        <pc:sldLayoutChg chg="del">
          <pc:chgData name="2374802010192 - Trần Võ Huy - 71K29CNTT12" userId="0d5f872e-7409-4b24-a716-40380f311d86" providerId="ADAL" clId="{06FA95E6-DEEE-44D1-8FB4-04FB89CAA7D6}" dt="2025-07-22T03:58:35.212" v="1828" actId="47"/>
          <pc:sldLayoutMkLst>
            <pc:docMk/>
            <pc:sldMasterMk cId="0" sldId="2147483673"/>
            <pc:sldLayoutMk cId="0" sldId="2147483661"/>
          </pc:sldLayoutMkLst>
        </pc:sldLayoutChg>
        <pc:sldLayoutChg chg="add del">
          <pc:chgData name="2374802010192 - Trần Võ Huy - 71K29CNTT12" userId="0d5f872e-7409-4b24-a716-40380f311d86" providerId="ADAL" clId="{06FA95E6-DEEE-44D1-8FB4-04FB89CAA7D6}" dt="2025-07-22T04:11:53.554" v="2071" actId="47"/>
          <pc:sldLayoutMkLst>
            <pc:docMk/>
            <pc:sldMasterMk cId="0" sldId="2147483673"/>
            <pc:sldLayoutMk cId="0" sldId="2147483662"/>
          </pc:sldLayoutMkLst>
        </pc:sldLayoutChg>
        <pc:sldLayoutChg chg="add del">
          <pc:chgData name="2374802010192 - Trần Võ Huy - 71K29CNTT12" userId="0d5f872e-7409-4b24-a716-40380f311d86" providerId="ADAL" clId="{06FA95E6-DEEE-44D1-8FB4-04FB89CAA7D6}" dt="2025-07-22T04:11:53.675" v="2075" actId="47"/>
          <pc:sldLayoutMkLst>
            <pc:docMk/>
            <pc:sldMasterMk cId="0" sldId="2147483673"/>
            <pc:sldLayoutMk cId="0" sldId="2147483663"/>
          </pc:sldLayoutMkLst>
        </pc:sldLayoutChg>
        <pc:sldLayoutChg chg="add del">
          <pc:chgData name="2374802010192 - Trần Võ Huy - 71K29CNTT12" userId="0d5f872e-7409-4b24-a716-40380f311d86" providerId="ADAL" clId="{06FA95E6-DEEE-44D1-8FB4-04FB89CAA7D6}" dt="2025-07-22T04:11:53.430" v="2067" actId="47"/>
          <pc:sldLayoutMkLst>
            <pc:docMk/>
            <pc:sldMasterMk cId="0" sldId="2147483673"/>
            <pc:sldLayoutMk cId="0" sldId="2147483664"/>
          </pc:sldLayoutMkLst>
        </pc:sldLayoutChg>
        <pc:sldLayoutChg chg="add del">
          <pc:chgData name="2374802010192 - Trần Võ Huy - 71K29CNTT12" userId="0d5f872e-7409-4b24-a716-40380f311d86" providerId="ADAL" clId="{06FA95E6-DEEE-44D1-8FB4-04FB89CAA7D6}" dt="2025-07-22T04:11:53.453" v="2068" actId="47"/>
          <pc:sldLayoutMkLst>
            <pc:docMk/>
            <pc:sldMasterMk cId="0" sldId="2147483673"/>
            <pc:sldLayoutMk cId="0" sldId="2147483665"/>
          </pc:sldLayoutMkLst>
        </pc:sldLayoutChg>
        <pc:sldLayoutChg chg="add del">
          <pc:chgData name="2374802010192 - Trần Võ Huy - 71K29CNTT12" userId="0d5f872e-7409-4b24-a716-40380f311d86" providerId="ADAL" clId="{06FA95E6-DEEE-44D1-8FB4-04FB89CAA7D6}" dt="2025-07-22T04:11:53.611" v="2073" actId="47"/>
          <pc:sldLayoutMkLst>
            <pc:docMk/>
            <pc:sldMasterMk cId="0" sldId="2147483673"/>
            <pc:sldLayoutMk cId="0" sldId="2147483666"/>
          </pc:sldLayoutMkLst>
        </pc:sldLayoutChg>
        <pc:sldLayoutChg chg="add del">
          <pc:chgData name="2374802010192 - Trần Võ Huy - 71K29CNTT12" userId="0d5f872e-7409-4b24-a716-40380f311d86" providerId="ADAL" clId="{06FA95E6-DEEE-44D1-8FB4-04FB89CAA7D6}" dt="2025-07-22T04:11:53.642" v="2074" actId="47"/>
          <pc:sldLayoutMkLst>
            <pc:docMk/>
            <pc:sldMasterMk cId="0" sldId="2147483673"/>
            <pc:sldLayoutMk cId="0" sldId="2147483667"/>
          </pc:sldLayoutMkLst>
        </pc:sldLayoutChg>
        <pc:sldLayoutChg chg="modTransition">
          <pc:chgData name="2374802010192 - Trần Võ Huy - 71K29CNTT12" userId="0d5f872e-7409-4b24-a716-40380f311d86" providerId="ADAL" clId="{06FA95E6-DEEE-44D1-8FB4-04FB89CAA7D6}" dt="2025-07-22T04:16:07.865" v="2345"/>
          <pc:sldLayoutMkLst>
            <pc:docMk/>
            <pc:sldMasterMk cId="0" sldId="2147483673"/>
            <pc:sldLayoutMk cId="0" sldId="2147483668"/>
          </pc:sldLayoutMkLst>
        </pc:sldLayoutChg>
        <pc:sldLayoutChg chg="modTransition">
          <pc:chgData name="2374802010192 - Trần Võ Huy - 71K29CNTT12" userId="0d5f872e-7409-4b24-a716-40380f311d86" providerId="ADAL" clId="{06FA95E6-DEEE-44D1-8FB4-04FB89CAA7D6}" dt="2025-07-22T04:16:07.865" v="2345"/>
          <pc:sldLayoutMkLst>
            <pc:docMk/>
            <pc:sldMasterMk cId="0" sldId="2147483673"/>
            <pc:sldLayoutMk cId="0" sldId="2147483669"/>
          </pc:sldLayoutMkLst>
        </pc:sldLayoutChg>
      </pc:sldMasterChg>
      <pc:sldMasterChg chg="modTransition delSldLayout modSldLayout">
        <pc:chgData name="2374802010192 - Trần Võ Huy - 71K29CNTT12" userId="0d5f872e-7409-4b24-a716-40380f311d86" providerId="ADAL" clId="{06FA95E6-DEEE-44D1-8FB4-04FB89CAA7D6}" dt="2025-07-22T04:16:07.865" v="2345"/>
        <pc:sldMasterMkLst>
          <pc:docMk/>
          <pc:sldMasterMk cId="0" sldId="2147483674"/>
        </pc:sldMasterMkLst>
        <pc:sldLayoutChg chg="modTransition">
          <pc:chgData name="2374802010192 - Trần Võ Huy - 71K29CNTT12" userId="0d5f872e-7409-4b24-a716-40380f311d86" providerId="ADAL" clId="{06FA95E6-DEEE-44D1-8FB4-04FB89CAA7D6}" dt="2025-07-22T04:16:07.865" v="2345"/>
          <pc:sldLayoutMkLst>
            <pc:docMk/>
            <pc:sldMasterMk cId="0" sldId="2147483674"/>
            <pc:sldLayoutMk cId="0" sldId="2147483670"/>
          </pc:sldLayoutMkLst>
        </pc:sldLayoutChg>
        <pc:sldLayoutChg chg="del">
          <pc:chgData name="2374802010192 - Trần Võ Huy - 71K29CNTT12" userId="0d5f872e-7409-4b24-a716-40380f311d86" providerId="ADAL" clId="{06FA95E6-DEEE-44D1-8FB4-04FB89CAA7D6}" dt="2025-07-22T04:12:16.178" v="2092" actId="47"/>
          <pc:sldLayoutMkLst>
            <pc:docMk/>
            <pc:sldMasterMk cId="0" sldId="2147483674"/>
            <pc:sldLayoutMk cId="0" sldId="2147483671"/>
          </pc:sldLayoutMkLst>
        </pc:sldLayoutChg>
        <pc:sldLayoutChg chg="del">
          <pc:chgData name="2374802010192 - Trần Võ Huy - 71K29CNTT12" userId="0d5f872e-7409-4b24-a716-40380f311d86" providerId="ADAL" clId="{06FA95E6-DEEE-44D1-8FB4-04FB89CAA7D6}" dt="2025-07-22T04:12:01.747" v="2090" actId="47"/>
          <pc:sldLayoutMkLst>
            <pc:docMk/>
            <pc:sldMasterMk cId="0" sldId="2147483674"/>
            <pc:sldLayoutMk cId="0" sldId="2147483672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7D7F07-D6DD-42B5-A114-1DFE85F879C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5BF38E-960A-4D01-9F0B-8B3EADCFF99A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Candara" panose="020E0502030303020204" pitchFamily="34" charset="0"/>
            </a:rPr>
            <a:t>Header</a:t>
          </a:r>
        </a:p>
      </dgm:t>
    </dgm:pt>
    <dgm:pt modelId="{BA610C79-F3BA-4113-9B11-F7615C6C9956}" type="parTrans" cxnId="{FE4D1DAE-9F94-469A-B224-287CF7983F71}">
      <dgm:prSet/>
      <dgm:spPr/>
      <dgm:t>
        <a:bodyPr/>
        <a:lstStyle/>
        <a:p>
          <a:endParaRPr lang="en-US"/>
        </a:p>
      </dgm:t>
    </dgm:pt>
    <dgm:pt modelId="{55975D21-470F-41E4-B19D-D4717F7236E7}" type="sibTrans" cxnId="{FE4D1DAE-9F94-469A-B224-287CF7983F71}">
      <dgm:prSet/>
      <dgm:spPr/>
      <dgm:t>
        <a:bodyPr/>
        <a:lstStyle/>
        <a:p>
          <a:endParaRPr lang="en-US"/>
        </a:p>
      </dgm:t>
    </dgm:pt>
    <dgm:pt modelId="{8F07178C-2301-41AD-87E5-C62D4DF55BBA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Candara" panose="020E0502030303020204" pitchFamily="34" charset="0"/>
            </a:rPr>
            <a:t>Danh </a:t>
          </a:r>
          <a:r>
            <a:rPr lang="en-US" dirty="0" err="1">
              <a:solidFill>
                <a:schemeClr val="tx1"/>
              </a:solidFill>
              <a:latin typeface="Candara" panose="020E0502030303020204" pitchFamily="34" charset="0"/>
            </a:rPr>
            <a:t>Sách</a:t>
          </a:r>
          <a:r>
            <a:rPr lang="en-US" dirty="0">
              <a:solidFill>
                <a:schemeClr val="tx1"/>
              </a:solidFill>
              <a:latin typeface="Candara" panose="020E0502030303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Candara" panose="020E0502030303020204" pitchFamily="34" charset="0"/>
            </a:rPr>
            <a:t>Sản</a:t>
          </a:r>
          <a:r>
            <a:rPr lang="en-US" dirty="0">
              <a:solidFill>
                <a:schemeClr val="tx1"/>
              </a:solidFill>
              <a:latin typeface="Candara" panose="020E0502030303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Candara" panose="020E0502030303020204" pitchFamily="34" charset="0"/>
            </a:rPr>
            <a:t>Phẩm</a:t>
          </a:r>
          <a:endParaRPr lang="en-US" dirty="0">
            <a:solidFill>
              <a:schemeClr val="tx1"/>
            </a:solidFill>
            <a:latin typeface="Candara" panose="020E0502030303020204" pitchFamily="34" charset="0"/>
          </a:endParaRPr>
        </a:p>
      </dgm:t>
    </dgm:pt>
    <dgm:pt modelId="{C6A34468-B662-4051-A1ED-C3CAB427A98E}" type="parTrans" cxnId="{859C4F06-D6B8-4255-8CE5-556DC71886AF}">
      <dgm:prSet/>
      <dgm:spPr/>
      <dgm:t>
        <a:bodyPr/>
        <a:lstStyle/>
        <a:p>
          <a:endParaRPr lang="en-US"/>
        </a:p>
      </dgm:t>
    </dgm:pt>
    <dgm:pt modelId="{119D06E0-5BAE-4389-B1FE-F3FDEE89F4E0}" type="sibTrans" cxnId="{859C4F06-D6B8-4255-8CE5-556DC71886AF}">
      <dgm:prSet/>
      <dgm:spPr/>
      <dgm:t>
        <a:bodyPr/>
        <a:lstStyle/>
        <a:p>
          <a:endParaRPr lang="en-US"/>
        </a:p>
      </dgm:t>
    </dgm:pt>
    <dgm:pt modelId="{D32AE194-F73D-4B9C-97F3-9BC855DA4EF5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Candara" panose="020E0502030303020204" pitchFamily="34" charset="0"/>
            </a:rPr>
            <a:t>Hình</a:t>
          </a:r>
          <a:r>
            <a:rPr lang="en-US" dirty="0">
              <a:solidFill>
                <a:schemeClr val="tx1"/>
              </a:solidFill>
              <a:latin typeface="Candara" panose="020E0502030303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Candara" panose="020E0502030303020204" pitchFamily="34" charset="0"/>
            </a:rPr>
            <a:t>Ảnh</a:t>
          </a:r>
          <a:r>
            <a:rPr lang="en-US" dirty="0">
              <a:solidFill>
                <a:schemeClr val="tx1"/>
              </a:solidFill>
              <a:latin typeface="Candara" panose="020E0502030303020204" pitchFamily="34" charset="0"/>
            </a:rPr>
            <a:t> Thương Hiệu</a:t>
          </a:r>
        </a:p>
      </dgm:t>
    </dgm:pt>
    <dgm:pt modelId="{1DAEEC1E-AED9-4400-B77C-DC2621D8D721}" type="parTrans" cxnId="{FF16A7C4-AC10-4212-9985-7B5752354578}">
      <dgm:prSet/>
      <dgm:spPr/>
      <dgm:t>
        <a:bodyPr/>
        <a:lstStyle/>
        <a:p>
          <a:endParaRPr lang="en-US"/>
        </a:p>
      </dgm:t>
    </dgm:pt>
    <dgm:pt modelId="{D17CFCE0-C164-4427-94AF-4341F2317305}" type="sibTrans" cxnId="{FF16A7C4-AC10-4212-9985-7B5752354578}">
      <dgm:prSet/>
      <dgm:spPr/>
      <dgm:t>
        <a:bodyPr/>
        <a:lstStyle/>
        <a:p>
          <a:endParaRPr lang="en-US"/>
        </a:p>
      </dgm:t>
    </dgm:pt>
    <dgm:pt modelId="{B1D85527-15E0-4CBE-A4A9-197A2A71960F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Candara" panose="020E0502030303020204" pitchFamily="34" charset="0"/>
            </a:rPr>
            <a:t>Footer</a:t>
          </a:r>
        </a:p>
      </dgm:t>
    </dgm:pt>
    <dgm:pt modelId="{5273B8B2-5A95-4E40-A4FA-BE071DCC5DDA}" type="parTrans" cxnId="{3EFFAA29-6EBF-49FA-AEAD-EDF8E4527C27}">
      <dgm:prSet/>
      <dgm:spPr/>
      <dgm:t>
        <a:bodyPr/>
        <a:lstStyle/>
        <a:p>
          <a:endParaRPr lang="en-US"/>
        </a:p>
      </dgm:t>
    </dgm:pt>
    <dgm:pt modelId="{C301C9A6-780C-48D1-8C0F-B665A3859BBE}" type="sibTrans" cxnId="{3EFFAA29-6EBF-49FA-AEAD-EDF8E4527C27}">
      <dgm:prSet/>
      <dgm:spPr/>
      <dgm:t>
        <a:bodyPr/>
        <a:lstStyle/>
        <a:p>
          <a:endParaRPr lang="en-US"/>
        </a:p>
      </dgm:t>
    </dgm:pt>
    <dgm:pt modelId="{26E46D95-0F84-45E1-A064-092632CDA376}" type="pres">
      <dgm:prSet presAssocID="{D37D7F07-D6DD-42B5-A114-1DFE85F879C8}" presName="diagram" presStyleCnt="0">
        <dgm:presLayoutVars>
          <dgm:dir/>
          <dgm:resizeHandles val="exact"/>
        </dgm:presLayoutVars>
      </dgm:prSet>
      <dgm:spPr/>
    </dgm:pt>
    <dgm:pt modelId="{BE50FEA9-4F86-4893-AFF9-A704E9A0B5C2}" type="pres">
      <dgm:prSet presAssocID="{345BF38E-960A-4D01-9F0B-8B3EADCFF99A}" presName="node" presStyleLbl="node1" presStyleIdx="0" presStyleCnt="4">
        <dgm:presLayoutVars>
          <dgm:bulletEnabled val="1"/>
        </dgm:presLayoutVars>
      </dgm:prSet>
      <dgm:spPr/>
    </dgm:pt>
    <dgm:pt modelId="{5988A3DE-E28C-44FA-A47C-9B4D3F2C3E80}" type="pres">
      <dgm:prSet presAssocID="{55975D21-470F-41E4-B19D-D4717F7236E7}" presName="sibTrans" presStyleCnt="0"/>
      <dgm:spPr/>
    </dgm:pt>
    <dgm:pt modelId="{21842CA0-0070-4714-B3B8-B0D3846C0AD5}" type="pres">
      <dgm:prSet presAssocID="{8F07178C-2301-41AD-87E5-C62D4DF55BBA}" presName="node" presStyleLbl="node1" presStyleIdx="1" presStyleCnt="4">
        <dgm:presLayoutVars>
          <dgm:bulletEnabled val="1"/>
        </dgm:presLayoutVars>
      </dgm:prSet>
      <dgm:spPr/>
    </dgm:pt>
    <dgm:pt modelId="{498064C6-7984-4145-93CF-8033DFAF169D}" type="pres">
      <dgm:prSet presAssocID="{119D06E0-5BAE-4389-B1FE-F3FDEE89F4E0}" presName="sibTrans" presStyleCnt="0"/>
      <dgm:spPr/>
    </dgm:pt>
    <dgm:pt modelId="{68AEC89D-7B57-478E-ACDA-D887EE200333}" type="pres">
      <dgm:prSet presAssocID="{D32AE194-F73D-4B9C-97F3-9BC855DA4EF5}" presName="node" presStyleLbl="node1" presStyleIdx="2" presStyleCnt="4">
        <dgm:presLayoutVars>
          <dgm:bulletEnabled val="1"/>
        </dgm:presLayoutVars>
      </dgm:prSet>
      <dgm:spPr/>
    </dgm:pt>
    <dgm:pt modelId="{853C9859-B95B-4706-809D-D50D8764FD20}" type="pres">
      <dgm:prSet presAssocID="{D17CFCE0-C164-4427-94AF-4341F2317305}" presName="sibTrans" presStyleCnt="0"/>
      <dgm:spPr/>
    </dgm:pt>
    <dgm:pt modelId="{444C5F04-D043-43C7-BE94-0362E578EA98}" type="pres">
      <dgm:prSet presAssocID="{B1D85527-15E0-4CBE-A4A9-197A2A71960F}" presName="node" presStyleLbl="node1" presStyleIdx="3" presStyleCnt="4">
        <dgm:presLayoutVars>
          <dgm:bulletEnabled val="1"/>
        </dgm:presLayoutVars>
      </dgm:prSet>
      <dgm:spPr/>
    </dgm:pt>
  </dgm:ptLst>
  <dgm:cxnLst>
    <dgm:cxn modelId="{859C4F06-D6B8-4255-8CE5-556DC71886AF}" srcId="{D37D7F07-D6DD-42B5-A114-1DFE85F879C8}" destId="{8F07178C-2301-41AD-87E5-C62D4DF55BBA}" srcOrd="1" destOrd="0" parTransId="{C6A34468-B662-4051-A1ED-C3CAB427A98E}" sibTransId="{119D06E0-5BAE-4389-B1FE-F3FDEE89F4E0}"/>
    <dgm:cxn modelId="{51E7A827-0050-4CD9-876E-750D5921515F}" type="presOf" srcId="{D32AE194-F73D-4B9C-97F3-9BC855DA4EF5}" destId="{68AEC89D-7B57-478E-ACDA-D887EE200333}" srcOrd="0" destOrd="0" presId="urn:microsoft.com/office/officeart/2005/8/layout/default"/>
    <dgm:cxn modelId="{3EFFAA29-6EBF-49FA-AEAD-EDF8E4527C27}" srcId="{D37D7F07-D6DD-42B5-A114-1DFE85F879C8}" destId="{B1D85527-15E0-4CBE-A4A9-197A2A71960F}" srcOrd="3" destOrd="0" parTransId="{5273B8B2-5A95-4E40-A4FA-BE071DCC5DDA}" sibTransId="{C301C9A6-780C-48D1-8C0F-B665A3859BBE}"/>
    <dgm:cxn modelId="{EC6DF286-8AB7-485F-BFF1-9896565AA8B6}" type="presOf" srcId="{8F07178C-2301-41AD-87E5-C62D4DF55BBA}" destId="{21842CA0-0070-4714-B3B8-B0D3846C0AD5}" srcOrd="0" destOrd="0" presId="urn:microsoft.com/office/officeart/2005/8/layout/default"/>
    <dgm:cxn modelId="{56676989-20AD-4279-977C-1E9702866875}" type="presOf" srcId="{345BF38E-960A-4D01-9F0B-8B3EADCFF99A}" destId="{BE50FEA9-4F86-4893-AFF9-A704E9A0B5C2}" srcOrd="0" destOrd="0" presId="urn:microsoft.com/office/officeart/2005/8/layout/default"/>
    <dgm:cxn modelId="{05A34C99-7925-4131-A495-30FA08BA593E}" type="presOf" srcId="{B1D85527-15E0-4CBE-A4A9-197A2A71960F}" destId="{444C5F04-D043-43C7-BE94-0362E578EA98}" srcOrd="0" destOrd="0" presId="urn:microsoft.com/office/officeart/2005/8/layout/default"/>
    <dgm:cxn modelId="{FE4D1DAE-9F94-469A-B224-287CF7983F71}" srcId="{D37D7F07-D6DD-42B5-A114-1DFE85F879C8}" destId="{345BF38E-960A-4D01-9F0B-8B3EADCFF99A}" srcOrd="0" destOrd="0" parTransId="{BA610C79-F3BA-4113-9B11-F7615C6C9956}" sibTransId="{55975D21-470F-41E4-B19D-D4717F7236E7}"/>
    <dgm:cxn modelId="{C9C551BC-E918-4A17-A379-5B8E52782D36}" type="presOf" srcId="{D37D7F07-D6DD-42B5-A114-1DFE85F879C8}" destId="{26E46D95-0F84-45E1-A064-092632CDA376}" srcOrd="0" destOrd="0" presId="urn:microsoft.com/office/officeart/2005/8/layout/default"/>
    <dgm:cxn modelId="{FF16A7C4-AC10-4212-9985-7B5752354578}" srcId="{D37D7F07-D6DD-42B5-A114-1DFE85F879C8}" destId="{D32AE194-F73D-4B9C-97F3-9BC855DA4EF5}" srcOrd="2" destOrd="0" parTransId="{1DAEEC1E-AED9-4400-B77C-DC2621D8D721}" sibTransId="{D17CFCE0-C164-4427-94AF-4341F2317305}"/>
    <dgm:cxn modelId="{C9A5492A-2F38-45AB-8B22-2E73641EA04B}" type="presParOf" srcId="{26E46D95-0F84-45E1-A064-092632CDA376}" destId="{BE50FEA9-4F86-4893-AFF9-A704E9A0B5C2}" srcOrd="0" destOrd="0" presId="urn:microsoft.com/office/officeart/2005/8/layout/default"/>
    <dgm:cxn modelId="{CA12A105-FD61-4D8D-B28F-BA845B08AAF4}" type="presParOf" srcId="{26E46D95-0F84-45E1-A064-092632CDA376}" destId="{5988A3DE-E28C-44FA-A47C-9B4D3F2C3E80}" srcOrd="1" destOrd="0" presId="urn:microsoft.com/office/officeart/2005/8/layout/default"/>
    <dgm:cxn modelId="{869A1DF5-26E9-4B00-B5C8-395E7C6C2AE5}" type="presParOf" srcId="{26E46D95-0F84-45E1-A064-092632CDA376}" destId="{21842CA0-0070-4714-B3B8-B0D3846C0AD5}" srcOrd="2" destOrd="0" presId="urn:microsoft.com/office/officeart/2005/8/layout/default"/>
    <dgm:cxn modelId="{643DC498-4831-43B9-B2FC-C8756D9E231B}" type="presParOf" srcId="{26E46D95-0F84-45E1-A064-092632CDA376}" destId="{498064C6-7984-4145-93CF-8033DFAF169D}" srcOrd="3" destOrd="0" presId="urn:microsoft.com/office/officeart/2005/8/layout/default"/>
    <dgm:cxn modelId="{C713C9BD-9903-4995-BB1D-611891142074}" type="presParOf" srcId="{26E46D95-0F84-45E1-A064-092632CDA376}" destId="{68AEC89D-7B57-478E-ACDA-D887EE200333}" srcOrd="4" destOrd="0" presId="urn:microsoft.com/office/officeart/2005/8/layout/default"/>
    <dgm:cxn modelId="{6FF93159-EB9D-4112-9E6E-513ABBBA782F}" type="presParOf" srcId="{26E46D95-0F84-45E1-A064-092632CDA376}" destId="{853C9859-B95B-4706-809D-D50D8764FD20}" srcOrd="5" destOrd="0" presId="urn:microsoft.com/office/officeart/2005/8/layout/default"/>
    <dgm:cxn modelId="{71CA5628-05EB-4C24-A721-0F56433FEE0D}" type="presParOf" srcId="{26E46D95-0F84-45E1-A064-092632CDA376}" destId="{444C5F04-D043-43C7-BE94-0362E578EA9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50FEA9-4F86-4893-AFF9-A704E9A0B5C2}">
      <dsp:nvSpPr>
        <dsp:cNvPr id="0" name=""/>
        <dsp:cNvSpPr/>
      </dsp:nvSpPr>
      <dsp:spPr>
        <a:xfrm>
          <a:off x="1477" y="89987"/>
          <a:ext cx="1172211" cy="70332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  <a:latin typeface="Candara" panose="020E0502030303020204" pitchFamily="34" charset="0"/>
            </a:rPr>
            <a:t>Header</a:t>
          </a:r>
        </a:p>
      </dsp:txBody>
      <dsp:txXfrm>
        <a:off x="1477" y="89987"/>
        <a:ext cx="1172211" cy="703327"/>
      </dsp:txXfrm>
    </dsp:sp>
    <dsp:sp modelId="{21842CA0-0070-4714-B3B8-B0D3846C0AD5}">
      <dsp:nvSpPr>
        <dsp:cNvPr id="0" name=""/>
        <dsp:cNvSpPr/>
      </dsp:nvSpPr>
      <dsp:spPr>
        <a:xfrm>
          <a:off x="1290910" y="89987"/>
          <a:ext cx="1172211" cy="70332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  <a:latin typeface="Candara" panose="020E0502030303020204" pitchFamily="34" charset="0"/>
            </a:rPr>
            <a:t>Danh </a:t>
          </a:r>
          <a:r>
            <a:rPr lang="en-US" sz="1500" kern="1200" dirty="0" err="1">
              <a:solidFill>
                <a:schemeClr val="tx1"/>
              </a:solidFill>
              <a:latin typeface="Candara" panose="020E0502030303020204" pitchFamily="34" charset="0"/>
            </a:rPr>
            <a:t>Sách</a:t>
          </a:r>
          <a:r>
            <a:rPr lang="en-US" sz="1500" kern="1200" dirty="0">
              <a:solidFill>
                <a:schemeClr val="tx1"/>
              </a:solidFill>
              <a:latin typeface="Candara" panose="020E0502030303020204" pitchFamily="34" charset="0"/>
            </a:rPr>
            <a:t> </a:t>
          </a:r>
          <a:r>
            <a:rPr lang="en-US" sz="1500" kern="1200" dirty="0" err="1">
              <a:solidFill>
                <a:schemeClr val="tx1"/>
              </a:solidFill>
              <a:latin typeface="Candara" panose="020E0502030303020204" pitchFamily="34" charset="0"/>
            </a:rPr>
            <a:t>Sản</a:t>
          </a:r>
          <a:r>
            <a:rPr lang="en-US" sz="1500" kern="1200" dirty="0">
              <a:solidFill>
                <a:schemeClr val="tx1"/>
              </a:solidFill>
              <a:latin typeface="Candara" panose="020E0502030303020204" pitchFamily="34" charset="0"/>
            </a:rPr>
            <a:t> </a:t>
          </a:r>
          <a:r>
            <a:rPr lang="en-US" sz="1500" kern="1200" dirty="0" err="1">
              <a:solidFill>
                <a:schemeClr val="tx1"/>
              </a:solidFill>
              <a:latin typeface="Candara" panose="020E0502030303020204" pitchFamily="34" charset="0"/>
            </a:rPr>
            <a:t>Phẩm</a:t>
          </a:r>
          <a:endParaRPr lang="en-US" sz="1500" kern="1200" dirty="0">
            <a:solidFill>
              <a:schemeClr val="tx1"/>
            </a:solidFill>
            <a:latin typeface="Candara" panose="020E0502030303020204" pitchFamily="34" charset="0"/>
          </a:endParaRPr>
        </a:p>
      </dsp:txBody>
      <dsp:txXfrm>
        <a:off x="1290910" y="89987"/>
        <a:ext cx="1172211" cy="703327"/>
      </dsp:txXfrm>
    </dsp:sp>
    <dsp:sp modelId="{68AEC89D-7B57-478E-ACDA-D887EE200333}">
      <dsp:nvSpPr>
        <dsp:cNvPr id="0" name=""/>
        <dsp:cNvSpPr/>
      </dsp:nvSpPr>
      <dsp:spPr>
        <a:xfrm>
          <a:off x="2580343" y="89987"/>
          <a:ext cx="1172211" cy="70332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>
              <a:solidFill>
                <a:schemeClr val="tx1"/>
              </a:solidFill>
              <a:latin typeface="Candara" panose="020E0502030303020204" pitchFamily="34" charset="0"/>
            </a:rPr>
            <a:t>Hình</a:t>
          </a:r>
          <a:r>
            <a:rPr lang="en-US" sz="1500" kern="1200" dirty="0">
              <a:solidFill>
                <a:schemeClr val="tx1"/>
              </a:solidFill>
              <a:latin typeface="Candara" panose="020E0502030303020204" pitchFamily="34" charset="0"/>
            </a:rPr>
            <a:t> </a:t>
          </a:r>
          <a:r>
            <a:rPr lang="en-US" sz="1500" kern="1200" dirty="0" err="1">
              <a:solidFill>
                <a:schemeClr val="tx1"/>
              </a:solidFill>
              <a:latin typeface="Candara" panose="020E0502030303020204" pitchFamily="34" charset="0"/>
            </a:rPr>
            <a:t>Ảnh</a:t>
          </a:r>
          <a:r>
            <a:rPr lang="en-US" sz="1500" kern="1200" dirty="0">
              <a:solidFill>
                <a:schemeClr val="tx1"/>
              </a:solidFill>
              <a:latin typeface="Candara" panose="020E0502030303020204" pitchFamily="34" charset="0"/>
            </a:rPr>
            <a:t> Thương Hiệu</a:t>
          </a:r>
        </a:p>
      </dsp:txBody>
      <dsp:txXfrm>
        <a:off x="2580343" y="89987"/>
        <a:ext cx="1172211" cy="703327"/>
      </dsp:txXfrm>
    </dsp:sp>
    <dsp:sp modelId="{444C5F04-D043-43C7-BE94-0362E578EA98}">
      <dsp:nvSpPr>
        <dsp:cNvPr id="0" name=""/>
        <dsp:cNvSpPr/>
      </dsp:nvSpPr>
      <dsp:spPr>
        <a:xfrm>
          <a:off x="3869776" y="89987"/>
          <a:ext cx="1172211" cy="70332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  <a:latin typeface="Candara" panose="020E0502030303020204" pitchFamily="34" charset="0"/>
            </a:rPr>
            <a:t>Footer</a:t>
          </a:r>
        </a:p>
      </dsp:txBody>
      <dsp:txXfrm>
        <a:off x="3869776" y="89987"/>
        <a:ext cx="1172211" cy="7033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170432e3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170432e3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3c3213ee1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3c3213ee1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44c97b66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44c97b66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04C1F419-B57E-BFE4-16BB-357165F34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44c97b666_0_0:notes">
            <a:extLst>
              <a:ext uri="{FF2B5EF4-FFF2-40B4-BE49-F238E27FC236}">
                <a16:creationId xmlns:a16="http://schemas.microsoft.com/office/drawing/2014/main" id="{700226AA-78E0-7CD6-1E79-DB797EFD82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44c97b666_0_0:notes">
            <a:extLst>
              <a:ext uri="{FF2B5EF4-FFF2-40B4-BE49-F238E27FC236}">
                <a16:creationId xmlns:a16="http://schemas.microsoft.com/office/drawing/2014/main" id="{37893266-C2C5-AF61-390E-3153B16A51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8799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6A652D7B-5C6C-0475-A787-2B32A4CDB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44c97b666_0_0:notes">
            <a:extLst>
              <a:ext uri="{FF2B5EF4-FFF2-40B4-BE49-F238E27FC236}">
                <a16:creationId xmlns:a16="http://schemas.microsoft.com/office/drawing/2014/main" id="{41D206AA-3640-8881-0349-F311565D95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44c97b666_0_0:notes">
            <a:extLst>
              <a:ext uri="{FF2B5EF4-FFF2-40B4-BE49-F238E27FC236}">
                <a16:creationId xmlns:a16="http://schemas.microsoft.com/office/drawing/2014/main" id="{A3612B66-4B04-A50A-5D52-A43D00E3F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0745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D11CD5D4-19F3-5B8C-0DB3-691A301F6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44c97b666_0_0:notes">
            <a:extLst>
              <a:ext uri="{FF2B5EF4-FFF2-40B4-BE49-F238E27FC236}">
                <a16:creationId xmlns:a16="http://schemas.microsoft.com/office/drawing/2014/main" id="{6B29EF7C-0C7E-7827-966D-2E018BCE33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44c97b666_0_0:notes">
            <a:extLst>
              <a:ext uri="{FF2B5EF4-FFF2-40B4-BE49-F238E27FC236}">
                <a16:creationId xmlns:a16="http://schemas.microsoft.com/office/drawing/2014/main" id="{05F30C99-F91E-626F-F9FD-8DA696D85E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1879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FB444483-5A9B-B49D-A10E-9EB850C84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44c97b666_0_0:notes">
            <a:extLst>
              <a:ext uri="{FF2B5EF4-FFF2-40B4-BE49-F238E27FC236}">
                <a16:creationId xmlns:a16="http://schemas.microsoft.com/office/drawing/2014/main" id="{74B72D1D-8D02-08B4-B420-7F609EDFF2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44c97b666_0_0:notes">
            <a:extLst>
              <a:ext uri="{FF2B5EF4-FFF2-40B4-BE49-F238E27FC236}">
                <a16:creationId xmlns:a16="http://schemas.microsoft.com/office/drawing/2014/main" id="{8399B625-BA52-B988-A57A-82EFF1E975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5499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DE4F829A-EBC9-D23F-0276-C3C217E35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44c97b666_0_0:notes">
            <a:extLst>
              <a:ext uri="{FF2B5EF4-FFF2-40B4-BE49-F238E27FC236}">
                <a16:creationId xmlns:a16="http://schemas.microsoft.com/office/drawing/2014/main" id="{3761BBF0-B7AB-54D3-331C-79B2BFC571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44c97b666_0_0:notes">
            <a:extLst>
              <a:ext uri="{FF2B5EF4-FFF2-40B4-BE49-F238E27FC236}">
                <a16:creationId xmlns:a16="http://schemas.microsoft.com/office/drawing/2014/main" id="{B4B903C9-0D29-1216-A7DD-0F7769DE22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1107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4D889EEE-987E-62D3-2B69-B66FEB161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44c97b666_0_0:notes">
            <a:extLst>
              <a:ext uri="{FF2B5EF4-FFF2-40B4-BE49-F238E27FC236}">
                <a16:creationId xmlns:a16="http://schemas.microsoft.com/office/drawing/2014/main" id="{705EF8E3-08F1-0943-8222-932207BC38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44c97b666_0_0:notes">
            <a:extLst>
              <a:ext uri="{FF2B5EF4-FFF2-40B4-BE49-F238E27FC236}">
                <a16:creationId xmlns:a16="http://schemas.microsoft.com/office/drawing/2014/main" id="{FDA77469-216D-3BC5-54B4-F341DD83D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7544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7340A7D5-E09A-9E89-FB8D-7AA0C9F6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3c3213ee18_1_0:notes">
            <a:extLst>
              <a:ext uri="{FF2B5EF4-FFF2-40B4-BE49-F238E27FC236}">
                <a16:creationId xmlns:a16="http://schemas.microsoft.com/office/drawing/2014/main" id="{7DBA0E29-2B1D-95EB-5747-D351C701D0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3c3213ee18_1_0:notes">
            <a:extLst>
              <a:ext uri="{FF2B5EF4-FFF2-40B4-BE49-F238E27FC236}">
                <a16:creationId xmlns:a16="http://schemas.microsoft.com/office/drawing/2014/main" id="{7C1C1A14-EDA4-46BE-86B8-914D95D29C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6194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7" name="Google Shape;5377;g2d97278bc48_0_139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8" name="Google Shape;5378;g2d97278bc48_0_139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wate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>
            <a:spLocks noGrp="1"/>
          </p:cNvSpPr>
          <p:nvPr>
            <p:ph type="pic" idx="2"/>
          </p:nvPr>
        </p:nvSpPr>
        <p:spPr>
          <a:xfrm>
            <a:off x="6636125" y="227425"/>
            <a:ext cx="2279400" cy="46887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25" y="543125"/>
            <a:ext cx="4257000" cy="27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 b="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64525" y="3953875"/>
            <a:ext cx="2705700" cy="64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>
            <a:spLocks noGrp="1"/>
          </p:cNvSpPr>
          <p:nvPr>
            <p:ph type="pic" idx="3"/>
          </p:nvPr>
        </p:nvSpPr>
        <p:spPr>
          <a:xfrm>
            <a:off x="4128125" y="2624300"/>
            <a:ext cx="2279400" cy="229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7" title="wate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713225" y="1963325"/>
            <a:ext cx="4509000" cy="22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34600" cy="10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>
            <a:spLocks noGrp="1"/>
          </p:cNvSpPr>
          <p:nvPr>
            <p:ph type="pic" idx="2"/>
          </p:nvPr>
        </p:nvSpPr>
        <p:spPr>
          <a:xfrm>
            <a:off x="6116400" y="227425"/>
            <a:ext cx="2799000" cy="468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8" title="wate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9" title="wate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1" title="wate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44547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44547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3" title="wate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4074775" y="1707650"/>
            <a:ext cx="420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2876325" y="445025"/>
            <a:ext cx="5548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2" hasCustomPrompt="1"/>
          </p:nvPr>
        </p:nvSpPr>
        <p:spPr>
          <a:xfrm>
            <a:off x="3427275" y="1390238"/>
            <a:ext cx="647700" cy="40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3"/>
          </p:nvPr>
        </p:nvSpPr>
        <p:spPr>
          <a:xfrm>
            <a:off x="4074775" y="1210000"/>
            <a:ext cx="4203600" cy="6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4"/>
          </p:nvPr>
        </p:nvSpPr>
        <p:spPr>
          <a:xfrm>
            <a:off x="4074775" y="2838250"/>
            <a:ext cx="420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5" hasCustomPrompt="1"/>
          </p:nvPr>
        </p:nvSpPr>
        <p:spPr>
          <a:xfrm>
            <a:off x="3427275" y="2520838"/>
            <a:ext cx="647700" cy="40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6"/>
          </p:nvPr>
        </p:nvSpPr>
        <p:spPr>
          <a:xfrm>
            <a:off x="4074775" y="2340600"/>
            <a:ext cx="4203600" cy="6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7"/>
          </p:nvPr>
        </p:nvSpPr>
        <p:spPr>
          <a:xfrm>
            <a:off x="4074775" y="3968850"/>
            <a:ext cx="420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8" hasCustomPrompt="1"/>
          </p:nvPr>
        </p:nvSpPr>
        <p:spPr>
          <a:xfrm>
            <a:off x="3427275" y="3651438"/>
            <a:ext cx="647700" cy="40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9"/>
          </p:nvPr>
        </p:nvSpPr>
        <p:spPr>
          <a:xfrm>
            <a:off x="4074775" y="3471200"/>
            <a:ext cx="4203600" cy="6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>
            <a:spLocks noGrp="1"/>
          </p:cNvSpPr>
          <p:nvPr>
            <p:ph type="pic" idx="13"/>
          </p:nvPr>
        </p:nvSpPr>
        <p:spPr>
          <a:xfrm>
            <a:off x="228600" y="227425"/>
            <a:ext cx="2279400" cy="4688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4" title="wate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>
            <a:spLocks noGrp="1"/>
          </p:cNvSpPr>
          <p:nvPr>
            <p:ph type="body" idx="1"/>
          </p:nvPr>
        </p:nvSpPr>
        <p:spPr>
          <a:xfrm>
            <a:off x="713225" y="1963325"/>
            <a:ext cx="4509000" cy="22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34600" cy="10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>
            <a:spLocks noGrp="1"/>
          </p:cNvSpPr>
          <p:nvPr>
            <p:ph type="pic" idx="2"/>
          </p:nvPr>
        </p:nvSpPr>
        <p:spPr>
          <a:xfrm>
            <a:off x="6116400" y="227425"/>
            <a:ext cx="2799000" cy="468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 title="wate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3" title="wate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7" r:id="rId5"/>
    <p:sldLayoutId id="2147483658" r:id="rId6"/>
    <p:sldLayoutId id="2147483659" r:id="rId7"/>
    <p:sldLayoutId id="2147483660" r:id="rId8"/>
    <p:sldLayoutId id="2147483668" r:id="rId9"/>
    <p:sldLayoutId id="2147483669" r:id="rId10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13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5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4.png"/><Relationship Id="rId9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huyvotran.github.io/User-Interface-Design/sources/" TargetMode="External"/><Relationship Id="rId5" Type="http://schemas.openxmlformats.org/officeDocument/2006/relationships/hyperlink" Target="https://thietkegiaodien-nhom9.netlify.app/" TargetMode="External"/><Relationship Id="rId4" Type="http://schemas.openxmlformats.org/officeDocument/2006/relationships/hyperlink" Target="https://github.com/HuyVoTran/User-Interface-Design/tree/mai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canva.com" TargetMode="External"/><Relationship Id="rId3" Type="http://schemas.openxmlformats.org/officeDocument/2006/relationships/hyperlink" Target="dirtycoins.vn" TargetMode="External"/><Relationship Id="rId7" Type="http://schemas.openxmlformats.org/officeDocument/2006/relationships/hyperlink" Target="developer.mozilla.org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hyperlink" Target="nngroup.com" TargetMode="External"/><Relationship Id="rId5" Type="http://schemas.openxmlformats.org/officeDocument/2006/relationships/hyperlink" Target="getbootstrap.com" TargetMode="External"/><Relationship Id="rId4" Type="http://schemas.openxmlformats.org/officeDocument/2006/relationships/hyperlink" Target="help.figma.com" TargetMode="External"/><Relationship Id="rId9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Google Shape;150;p28"/>
          <p:cNvCxnSpPr>
            <a:cxnSpLocks/>
          </p:cNvCxnSpPr>
          <p:nvPr/>
        </p:nvCxnSpPr>
        <p:spPr>
          <a:xfrm>
            <a:off x="3995225" y="2772568"/>
            <a:ext cx="114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C356B5E-F8C6-788C-BE62-093677BE2DFF}"/>
              </a:ext>
            </a:extLst>
          </p:cNvPr>
          <p:cNvSpPr/>
          <p:nvPr/>
        </p:nvSpPr>
        <p:spPr>
          <a:xfrm>
            <a:off x="0" y="122670"/>
            <a:ext cx="9144000" cy="669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Montserrat" pitchFamily="2" charset="0"/>
              </a:rPr>
              <a:t>Trường </a:t>
            </a:r>
            <a:r>
              <a:rPr lang="en-US" sz="2000" b="1" dirty="0" err="1">
                <a:solidFill>
                  <a:schemeClr val="tx1"/>
                </a:solidFill>
                <a:latin typeface="Montserrat" pitchFamily="2" charset="0"/>
              </a:rPr>
              <a:t>Đại</a:t>
            </a:r>
            <a:r>
              <a:rPr lang="en-US" sz="2000" b="1" dirty="0">
                <a:solidFill>
                  <a:schemeClr val="tx1"/>
                </a:solidFill>
                <a:latin typeface="Montserrat" pitchFamily="2" charset="0"/>
              </a:rPr>
              <a:t> Học Văn Lang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Montserrat Medium" pitchFamily="2" charset="0"/>
              </a:rPr>
              <a:t>- Khoa Công </a:t>
            </a:r>
            <a:r>
              <a:rPr lang="en-US" sz="1600" b="1" dirty="0" err="1">
                <a:solidFill>
                  <a:schemeClr val="tx1"/>
                </a:solidFill>
                <a:latin typeface="Montserrat Medium" pitchFamily="2" charset="0"/>
              </a:rPr>
              <a:t>Nghệ</a:t>
            </a:r>
            <a:r>
              <a:rPr lang="en-US" sz="1600" b="1" dirty="0">
                <a:solidFill>
                  <a:schemeClr val="tx1"/>
                </a:solidFill>
                <a:latin typeface="Montserrat Medium" pitchFamily="2" charset="0"/>
              </a:rPr>
              <a:t> Thông Tin -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98A5FB-C6F0-6F3A-A0D6-BC4DECBEF293}"/>
              </a:ext>
            </a:extLst>
          </p:cNvPr>
          <p:cNvSpPr/>
          <p:nvPr/>
        </p:nvSpPr>
        <p:spPr>
          <a:xfrm>
            <a:off x="0" y="1768963"/>
            <a:ext cx="9144000" cy="669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solidFill>
                  <a:schemeClr val="tx1"/>
                </a:solidFill>
                <a:latin typeface="Montserrat Black" pitchFamily="2" charset="0"/>
              </a:rPr>
              <a:t>Đề</a:t>
            </a:r>
            <a:r>
              <a:rPr lang="en-US" sz="3600" b="1" dirty="0">
                <a:solidFill>
                  <a:schemeClr val="tx1"/>
                </a:solidFill>
                <a:latin typeface="Montserrat Black" pitchFamily="2" charset="0"/>
              </a:rPr>
              <a:t> Tài: </a:t>
            </a:r>
            <a:r>
              <a:rPr lang="en-US" sz="3600" b="1" dirty="0" err="1">
                <a:solidFill>
                  <a:schemeClr val="tx1"/>
                </a:solidFill>
                <a:latin typeface="Montserrat Black" pitchFamily="2" charset="0"/>
              </a:rPr>
              <a:t>Thiết</a:t>
            </a:r>
            <a:r>
              <a:rPr lang="en-US" sz="3600" b="1" dirty="0">
                <a:solidFill>
                  <a:schemeClr val="tx1"/>
                </a:solidFill>
                <a:latin typeface="Montserrat Black" pitchFamily="2" charset="0"/>
              </a:rPr>
              <a:t> </a:t>
            </a:r>
            <a:r>
              <a:rPr lang="en-US" sz="3600" b="1" dirty="0" err="1">
                <a:solidFill>
                  <a:schemeClr val="tx1"/>
                </a:solidFill>
                <a:latin typeface="Montserrat Black" pitchFamily="2" charset="0"/>
              </a:rPr>
              <a:t>Kế</a:t>
            </a:r>
            <a:r>
              <a:rPr lang="en-US" sz="3600" b="1" dirty="0">
                <a:solidFill>
                  <a:schemeClr val="tx1"/>
                </a:solidFill>
                <a:latin typeface="Montserrat Black" pitchFamily="2" charset="0"/>
              </a:rPr>
              <a:t> Giao </a:t>
            </a:r>
            <a:r>
              <a:rPr lang="en-US" sz="3600" b="1" dirty="0" err="1">
                <a:solidFill>
                  <a:schemeClr val="tx1"/>
                </a:solidFill>
                <a:latin typeface="Montserrat Black" pitchFamily="2" charset="0"/>
              </a:rPr>
              <a:t>Diện</a:t>
            </a:r>
            <a:r>
              <a:rPr lang="en-US" sz="3600" b="1" dirty="0">
                <a:solidFill>
                  <a:schemeClr val="tx1"/>
                </a:solidFill>
                <a:latin typeface="Montserrat Black" pitchFamily="2" charset="0"/>
              </a:rPr>
              <a:t> Cho Thương Hiệu </a:t>
            </a:r>
            <a:r>
              <a:rPr lang="en-US" sz="3600" b="1" dirty="0" err="1">
                <a:solidFill>
                  <a:schemeClr val="tx1"/>
                </a:solidFill>
                <a:latin typeface="Montserrat Black" pitchFamily="2" charset="0"/>
              </a:rPr>
              <a:t>DirtyCoins</a:t>
            </a:r>
            <a:endParaRPr lang="en-US" sz="2800" b="1" dirty="0">
              <a:solidFill>
                <a:schemeClr val="tx1"/>
              </a:solidFill>
              <a:latin typeface="Montserrat Black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F19E6A-FD8A-6A4B-5477-6DAEB5F3F56E}"/>
              </a:ext>
            </a:extLst>
          </p:cNvPr>
          <p:cNvSpPr/>
          <p:nvPr/>
        </p:nvSpPr>
        <p:spPr>
          <a:xfrm>
            <a:off x="-3325" y="3939158"/>
            <a:ext cx="9144000" cy="10816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Montserrat" pitchFamily="2" charset="0"/>
              </a:rPr>
              <a:t>Nhóm</a:t>
            </a:r>
            <a:r>
              <a:rPr lang="en-US" sz="1600" dirty="0">
                <a:solidFill>
                  <a:schemeClr val="tx1"/>
                </a:solidFill>
                <a:latin typeface="Montserrat" pitchFamily="2" charset="0"/>
              </a:rPr>
              <a:t> 9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Montserrat" pitchFamily="2" charset="0"/>
              </a:rPr>
              <a:t>Môn: </a:t>
            </a:r>
            <a:r>
              <a:rPr lang="en-US" sz="1600" dirty="0" err="1">
                <a:solidFill>
                  <a:schemeClr val="tx1"/>
                </a:solidFill>
                <a:latin typeface="Montserrat" pitchFamily="2" charset="0"/>
              </a:rPr>
              <a:t>Thiết</a:t>
            </a:r>
            <a:r>
              <a:rPr lang="en-US" sz="1600" dirty="0">
                <a:solidFill>
                  <a:schemeClr val="tx1"/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Montserrat" pitchFamily="2" charset="0"/>
              </a:rPr>
              <a:t>Kế</a:t>
            </a:r>
            <a:r>
              <a:rPr lang="en-US" sz="1600" dirty="0">
                <a:solidFill>
                  <a:schemeClr val="tx1"/>
                </a:solidFill>
                <a:latin typeface="Montserrat" pitchFamily="2" charset="0"/>
              </a:rPr>
              <a:t> Giao </a:t>
            </a:r>
            <a:r>
              <a:rPr lang="en-US" sz="1600" dirty="0" err="1">
                <a:solidFill>
                  <a:schemeClr val="tx1"/>
                </a:solidFill>
                <a:latin typeface="Montserrat" pitchFamily="2" charset="0"/>
              </a:rPr>
              <a:t>Diện</a:t>
            </a:r>
            <a:r>
              <a:rPr lang="en-US" sz="1600" dirty="0">
                <a:solidFill>
                  <a:schemeClr val="tx1"/>
                </a:solidFill>
                <a:latin typeface="Montserrat" pitchFamily="2" charset="0"/>
              </a:rPr>
              <a:t> Người </a:t>
            </a:r>
            <a:r>
              <a:rPr lang="en-US" sz="1600" dirty="0" err="1">
                <a:solidFill>
                  <a:schemeClr val="tx1"/>
                </a:solidFill>
                <a:latin typeface="Montserrat" pitchFamily="2" charset="0"/>
              </a:rPr>
              <a:t>Dùng</a:t>
            </a:r>
            <a:endParaRPr lang="en-US" sz="1600" dirty="0">
              <a:solidFill>
                <a:schemeClr val="tx1"/>
              </a:solidFill>
              <a:latin typeface="Montserrat" pitchFamily="2" charset="0"/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  <a:latin typeface="Montserrat" pitchFamily="2" charset="0"/>
              </a:rPr>
              <a:t>Mã</a:t>
            </a:r>
            <a:r>
              <a:rPr lang="en-US" sz="1600" dirty="0">
                <a:solidFill>
                  <a:schemeClr val="tx1"/>
                </a:solidFill>
                <a:latin typeface="Montserrat" pitchFamily="2" charset="0"/>
              </a:rPr>
              <a:t> Học </a:t>
            </a:r>
            <a:r>
              <a:rPr lang="en-US" sz="1600" dirty="0" err="1">
                <a:solidFill>
                  <a:schemeClr val="tx1"/>
                </a:solidFill>
                <a:latin typeface="Montserrat" pitchFamily="2" charset="0"/>
              </a:rPr>
              <a:t>Phần</a:t>
            </a:r>
            <a:r>
              <a:rPr lang="en-US" sz="1600" dirty="0">
                <a:solidFill>
                  <a:schemeClr val="tx1"/>
                </a:solidFill>
                <a:latin typeface="Montserrat" pitchFamily="2" charset="0"/>
              </a:rPr>
              <a:t>: </a:t>
            </a:r>
            <a:r>
              <a:rPr lang="en-US" sz="1600" dirty="0" err="1">
                <a:solidFill>
                  <a:schemeClr val="tx1"/>
                </a:solidFill>
                <a:latin typeface="Montserrat" pitchFamily="2" charset="0"/>
              </a:rPr>
              <a:t>243_71ITSE30903_0201</a:t>
            </a:r>
            <a:endParaRPr lang="en-US" sz="1600" dirty="0">
              <a:solidFill>
                <a:schemeClr val="tx1"/>
              </a:solidFill>
              <a:latin typeface="Montserrat" pitchFamily="2" charset="0"/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  <a:latin typeface="Montserrat" pitchFamily="2" charset="0"/>
              </a:rPr>
              <a:t>Giảng</a:t>
            </a:r>
            <a:r>
              <a:rPr lang="en-US" sz="1600" dirty="0">
                <a:solidFill>
                  <a:schemeClr val="tx1"/>
                </a:solidFill>
                <a:latin typeface="Montserrat" pitchFamily="2" charset="0"/>
              </a:rPr>
              <a:t> Viên: </a:t>
            </a:r>
            <a:r>
              <a:rPr lang="en-US" sz="1600" dirty="0" err="1">
                <a:solidFill>
                  <a:schemeClr val="tx1"/>
                </a:solidFill>
                <a:latin typeface="Montserrat" pitchFamily="2" charset="0"/>
              </a:rPr>
              <a:t>ThS</a:t>
            </a:r>
            <a:r>
              <a:rPr lang="en-US" sz="1600" dirty="0">
                <a:solidFill>
                  <a:schemeClr val="tx1"/>
                </a:solidFill>
                <a:latin typeface="Montserrat" pitchFamily="2" charset="0"/>
              </a:rPr>
              <a:t>. Đặng </a:t>
            </a:r>
            <a:r>
              <a:rPr lang="en-US" sz="1600" dirty="0" err="1">
                <a:solidFill>
                  <a:schemeClr val="tx1"/>
                </a:solidFill>
                <a:latin typeface="Montserrat" pitchFamily="2" charset="0"/>
              </a:rPr>
              <a:t>Đình</a:t>
            </a:r>
            <a:r>
              <a:rPr lang="en-US" sz="1600" dirty="0">
                <a:solidFill>
                  <a:schemeClr val="tx1"/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Montserrat" pitchFamily="2" charset="0"/>
              </a:rPr>
              <a:t>Hòa</a:t>
            </a:r>
            <a:endParaRPr lang="en-US" sz="1600" dirty="0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C4AEFC-1ECD-AFB2-E36B-A5BC05CF3844}"/>
              </a:ext>
            </a:extLst>
          </p:cNvPr>
          <p:cNvSpPr/>
          <p:nvPr/>
        </p:nvSpPr>
        <p:spPr>
          <a:xfrm>
            <a:off x="0" y="2772568"/>
            <a:ext cx="9144000" cy="7629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Montserrat Medium" pitchFamily="2" charset="0"/>
              </a:rPr>
              <a:t>Sinh </a:t>
            </a:r>
            <a:r>
              <a:rPr lang="en-US" sz="1600" dirty="0" err="1">
                <a:solidFill>
                  <a:schemeClr val="tx1"/>
                </a:solidFill>
                <a:latin typeface="Montserrat Medium" pitchFamily="2" charset="0"/>
              </a:rPr>
              <a:t>viên</a:t>
            </a:r>
            <a:r>
              <a:rPr lang="en-US" sz="1600" dirty="0">
                <a:solidFill>
                  <a:schemeClr val="tx1"/>
                </a:solidFill>
                <a:latin typeface="Montserrat Medium" pitchFamily="2" charset="0"/>
              </a:rPr>
              <a:t>: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Montserrat Medium" pitchFamily="2" charset="0"/>
              </a:rPr>
              <a:t>Trần Võ Huy – 2374802010192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Montserrat Medium" pitchFamily="2" charset="0"/>
              </a:rPr>
              <a:t>Nguyễn Trương Đức Huy - 2374802010186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5C7A33-7600-D6DB-C4DC-73203B4D8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1" y="41478"/>
            <a:ext cx="1214025" cy="307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>
            <a:spLocks noGrp="1"/>
          </p:cNvSpPr>
          <p:nvPr>
            <p:ph type="subTitle" idx="1"/>
          </p:nvPr>
        </p:nvSpPr>
        <p:spPr>
          <a:xfrm>
            <a:off x="1229100" y="1728886"/>
            <a:ext cx="3392137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i="1" dirty="0">
                <a:latin typeface="Candara" panose="020E0502030303020204" pitchFamily="34" charset="0"/>
              </a:rPr>
              <a:t>Trình bày ý tưởng thiết kế giao diện </a:t>
            </a:r>
            <a:r>
              <a:rPr lang="vi-VN" i="1" dirty="0" err="1">
                <a:latin typeface="Candara" panose="020E0502030303020204" pitchFamily="34" charset="0"/>
              </a:rPr>
              <a:t>website</a:t>
            </a:r>
            <a:r>
              <a:rPr lang="vi-VN" i="1" dirty="0">
                <a:latin typeface="Candara" panose="020E0502030303020204" pitchFamily="34" charset="0"/>
              </a:rPr>
              <a:t> lấy cảm hứng từ </a:t>
            </a:r>
            <a:r>
              <a:rPr lang="vi-VN" i="1" dirty="0" err="1">
                <a:latin typeface="Candara" panose="020E0502030303020204" pitchFamily="34" charset="0"/>
              </a:rPr>
              <a:t>DirtyCoins</a:t>
            </a:r>
            <a:r>
              <a:rPr lang="vi-VN" i="1" dirty="0">
                <a:latin typeface="Candara" panose="020E0502030303020204" pitchFamily="34" charset="0"/>
              </a:rPr>
              <a:t>.</a:t>
            </a:r>
            <a:endParaRPr i="1" dirty="0">
              <a:latin typeface="Candara" panose="020E0502030303020204" pitchFamily="34" charset="0"/>
            </a:endParaRPr>
          </a:p>
        </p:txBody>
      </p:sp>
      <p:sp>
        <p:nvSpPr>
          <p:cNvPr id="167" name="Google Shape;167;p30"/>
          <p:cNvSpPr txBox="1">
            <a:spLocks noGrp="1"/>
          </p:cNvSpPr>
          <p:nvPr>
            <p:ph type="title" idx="2"/>
          </p:nvPr>
        </p:nvSpPr>
        <p:spPr>
          <a:xfrm>
            <a:off x="581600" y="1411474"/>
            <a:ext cx="647700" cy="4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ndara" panose="020E0502030303020204" pitchFamily="34" charset="0"/>
              </a:rPr>
              <a:t>01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168" name="Google Shape;168;p30"/>
          <p:cNvSpPr txBox="1">
            <a:spLocks noGrp="1"/>
          </p:cNvSpPr>
          <p:nvPr>
            <p:ph type="subTitle" idx="3"/>
          </p:nvPr>
        </p:nvSpPr>
        <p:spPr>
          <a:xfrm>
            <a:off x="1229100" y="1231236"/>
            <a:ext cx="3392137" cy="6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latin typeface="Candara" panose="020E0502030303020204" pitchFamily="34" charset="0"/>
              </a:rPr>
              <a:t>Giới</a:t>
            </a:r>
            <a:r>
              <a:rPr lang="en-US" sz="1800" b="1" dirty="0">
                <a:latin typeface="Candara" panose="020E0502030303020204" pitchFamily="34" charset="0"/>
              </a:rPr>
              <a:t> </a:t>
            </a:r>
            <a:r>
              <a:rPr lang="en-US" sz="1800" b="1" dirty="0" err="1">
                <a:latin typeface="Candara" panose="020E0502030303020204" pitchFamily="34" charset="0"/>
              </a:rPr>
              <a:t>thiệu</a:t>
            </a:r>
            <a:r>
              <a:rPr lang="en-US" sz="1800" b="1" dirty="0">
                <a:latin typeface="Candara" panose="020E0502030303020204" pitchFamily="34" charset="0"/>
              </a:rPr>
              <a:t> </a:t>
            </a:r>
            <a:r>
              <a:rPr lang="en-US" sz="1800" b="1" dirty="0" err="1">
                <a:latin typeface="Candara" panose="020E0502030303020204" pitchFamily="34" charset="0"/>
              </a:rPr>
              <a:t>đề</a:t>
            </a:r>
            <a:r>
              <a:rPr lang="en-US" sz="1800" b="1" dirty="0">
                <a:latin typeface="Candara" panose="020E0502030303020204" pitchFamily="34" charset="0"/>
              </a:rPr>
              <a:t> </a:t>
            </a:r>
            <a:r>
              <a:rPr lang="en-US" sz="1800" b="1" dirty="0" err="1">
                <a:latin typeface="Candara" panose="020E0502030303020204" pitchFamily="34" charset="0"/>
              </a:rPr>
              <a:t>tài</a:t>
            </a:r>
            <a:endParaRPr sz="1800" b="1" dirty="0">
              <a:latin typeface="Candara" panose="020E0502030303020204" pitchFamily="34" charset="0"/>
            </a:endParaRPr>
          </a:p>
        </p:txBody>
      </p:sp>
      <p:sp>
        <p:nvSpPr>
          <p:cNvPr id="169" name="Google Shape;169;p30"/>
          <p:cNvSpPr txBox="1">
            <a:spLocks noGrp="1"/>
          </p:cNvSpPr>
          <p:nvPr>
            <p:ph type="title"/>
          </p:nvPr>
        </p:nvSpPr>
        <p:spPr>
          <a:xfrm>
            <a:off x="0" y="229187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ndara" panose="020E0502030303020204" pitchFamily="34" charset="0"/>
              </a:rPr>
              <a:t>Nội Dung Báo Cáo</a:t>
            </a:r>
            <a:endParaRPr i="1" dirty="0">
              <a:latin typeface="Candara" panose="020E0502030303020204" pitchFamily="34" charset="0"/>
            </a:endParaRPr>
          </a:p>
        </p:txBody>
      </p:sp>
      <p:sp>
        <p:nvSpPr>
          <p:cNvPr id="170" name="Google Shape;170;p30"/>
          <p:cNvSpPr txBox="1">
            <a:spLocks noGrp="1"/>
          </p:cNvSpPr>
          <p:nvPr>
            <p:ph type="subTitle" idx="4"/>
          </p:nvPr>
        </p:nvSpPr>
        <p:spPr>
          <a:xfrm>
            <a:off x="1229100" y="2714611"/>
            <a:ext cx="3392137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 err="1">
                <a:latin typeface="Candara" panose="020E0502030303020204" pitchFamily="34" charset="0"/>
              </a:rPr>
              <a:t>Gồm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trang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chủ</a:t>
            </a:r>
            <a:r>
              <a:rPr lang="en-US" i="1" dirty="0">
                <a:latin typeface="Candara" panose="020E0502030303020204" pitchFamily="34" charset="0"/>
              </a:rPr>
              <a:t>, shop, chi </a:t>
            </a:r>
            <a:r>
              <a:rPr lang="en-US" i="1" dirty="0" err="1">
                <a:latin typeface="Candara" panose="020E0502030303020204" pitchFamily="34" charset="0"/>
              </a:rPr>
              <a:t>tiết</a:t>
            </a:r>
            <a:r>
              <a:rPr lang="en-US" i="1" dirty="0">
                <a:latin typeface="Candara" panose="020E0502030303020204" pitchFamily="34" charset="0"/>
              </a:rPr>
              <a:t>,…</a:t>
            </a:r>
            <a:endParaRPr i="1" dirty="0">
              <a:latin typeface="Candara" panose="020E0502030303020204" pitchFamily="34" charset="0"/>
            </a:endParaRPr>
          </a:p>
        </p:txBody>
      </p:sp>
      <p:sp>
        <p:nvSpPr>
          <p:cNvPr id="171" name="Google Shape;171;p30"/>
          <p:cNvSpPr txBox="1">
            <a:spLocks noGrp="1"/>
          </p:cNvSpPr>
          <p:nvPr>
            <p:ph type="title" idx="5"/>
          </p:nvPr>
        </p:nvSpPr>
        <p:spPr>
          <a:xfrm>
            <a:off x="581600" y="2397199"/>
            <a:ext cx="647700" cy="4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ndara" panose="020E0502030303020204" pitchFamily="34" charset="0"/>
              </a:rPr>
              <a:t>02</a:t>
            </a:r>
            <a:endParaRPr>
              <a:latin typeface="Candara" panose="020E0502030303020204" pitchFamily="34" charset="0"/>
            </a:endParaRPr>
          </a:p>
        </p:txBody>
      </p:sp>
      <p:sp>
        <p:nvSpPr>
          <p:cNvPr id="172" name="Google Shape;172;p30"/>
          <p:cNvSpPr txBox="1">
            <a:spLocks noGrp="1"/>
          </p:cNvSpPr>
          <p:nvPr>
            <p:ph type="subTitle" idx="6"/>
          </p:nvPr>
        </p:nvSpPr>
        <p:spPr>
          <a:xfrm>
            <a:off x="1229100" y="2216961"/>
            <a:ext cx="3392137" cy="6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sz="1800" b="1" dirty="0" err="1">
                <a:latin typeface="Candara" panose="020E0502030303020204" pitchFamily="34" charset="0"/>
              </a:rPr>
              <a:t>Cấu</a:t>
            </a:r>
            <a:r>
              <a:rPr lang="en-US" sz="1800" b="1" dirty="0">
                <a:latin typeface="Candara" panose="020E0502030303020204" pitchFamily="34" charset="0"/>
              </a:rPr>
              <a:t> </a:t>
            </a:r>
            <a:r>
              <a:rPr lang="en-US" sz="1800" b="1" dirty="0" err="1">
                <a:latin typeface="Candara" panose="020E0502030303020204" pitchFamily="34" charset="0"/>
              </a:rPr>
              <a:t>trúc</a:t>
            </a:r>
            <a:r>
              <a:rPr lang="en-US" sz="1800" b="1" dirty="0">
                <a:latin typeface="Candara" panose="020E0502030303020204" pitchFamily="34" charset="0"/>
              </a:rPr>
              <a:t> website</a:t>
            </a:r>
          </a:p>
        </p:txBody>
      </p:sp>
      <p:sp>
        <p:nvSpPr>
          <p:cNvPr id="173" name="Google Shape;173;p30"/>
          <p:cNvSpPr txBox="1">
            <a:spLocks noGrp="1"/>
          </p:cNvSpPr>
          <p:nvPr>
            <p:ph type="subTitle" idx="7"/>
          </p:nvPr>
        </p:nvSpPr>
        <p:spPr>
          <a:xfrm>
            <a:off x="1229100" y="3697061"/>
            <a:ext cx="3392137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 err="1">
                <a:latin typeface="Candara" panose="020E0502030303020204" pitchFamily="34" charset="0"/>
              </a:rPr>
              <a:t>Tạo</a:t>
            </a:r>
            <a:r>
              <a:rPr lang="en-US" i="1" dirty="0">
                <a:latin typeface="Candara" panose="020E0502030303020204" pitchFamily="34" charset="0"/>
              </a:rPr>
              <a:t> wireframe </a:t>
            </a:r>
            <a:r>
              <a:rPr lang="en-US" i="1" dirty="0" err="1">
                <a:latin typeface="Candara" panose="020E0502030303020204" pitchFamily="34" charset="0"/>
              </a:rPr>
              <a:t>và</a:t>
            </a:r>
            <a:r>
              <a:rPr lang="en-US" i="1" dirty="0">
                <a:latin typeface="Candara" panose="020E0502030303020204" pitchFamily="34" charset="0"/>
              </a:rPr>
              <a:t> mockup </a:t>
            </a:r>
            <a:r>
              <a:rPr lang="en-US" i="1" dirty="0" err="1">
                <a:latin typeface="Candara" panose="020E0502030303020204" pitchFamily="34" charset="0"/>
              </a:rPr>
              <a:t>giao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diện</a:t>
            </a:r>
            <a:r>
              <a:rPr lang="en-US" i="1" dirty="0">
                <a:latin typeface="Candara" panose="020E0502030303020204" pitchFamily="34" charset="0"/>
              </a:rPr>
              <a:t>.</a:t>
            </a:r>
            <a:endParaRPr i="1" dirty="0">
              <a:latin typeface="Candara" panose="020E0502030303020204" pitchFamily="34" charset="0"/>
            </a:endParaRPr>
          </a:p>
        </p:txBody>
      </p:sp>
      <p:sp>
        <p:nvSpPr>
          <p:cNvPr id="174" name="Google Shape;174;p30"/>
          <p:cNvSpPr txBox="1">
            <a:spLocks noGrp="1"/>
          </p:cNvSpPr>
          <p:nvPr>
            <p:ph type="title" idx="8"/>
          </p:nvPr>
        </p:nvSpPr>
        <p:spPr>
          <a:xfrm>
            <a:off x="581600" y="3379649"/>
            <a:ext cx="647700" cy="4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ndara" panose="020E0502030303020204" pitchFamily="34" charset="0"/>
              </a:rPr>
              <a:t>03</a:t>
            </a:r>
            <a:endParaRPr>
              <a:latin typeface="Candara" panose="020E0502030303020204" pitchFamily="34" charset="0"/>
            </a:endParaRPr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9"/>
          </p:nvPr>
        </p:nvSpPr>
        <p:spPr>
          <a:xfrm>
            <a:off x="1229100" y="3199411"/>
            <a:ext cx="3392137" cy="6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latin typeface="Candara" panose="020E0502030303020204" pitchFamily="34" charset="0"/>
              </a:rPr>
              <a:t>Thiết</a:t>
            </a:r>
            <a:r>
              <a:rPr lang="en-US" sz="1800" b="1" dirty="0">
                <a:latin typeface="Candara" panose="020E0502030303020204" pitchFamily="34" charset="0"/>
              </a:rPr>
              <a:t> </a:t>
            </a:r>
            <a:r>
              <a:rPr lang="en-US" sz="1800" b="1" dirty="0" err="1">
                <a:latin typeface="Candara" panose="020E0502030303020204" pitchFamily="34" charset="0"/>
              </a:rPr>
              <a:t>kế</a:t>
            </a:r>
            <a:r>
              <a:rPr lang="en-US" sz="1800" b="1" dirty="0">
                <a:latin typeface="Candara" panose="020E0502030303020204" pitchFamily="34" charset="0"/>
              </a:rPr>
              <a:t> Figma</a:t>
            </a:r>
            <a:endParaRPr sz="1800" b="1" dirty="0">
              <a:latin typeface="Candara" panose="020E0502030303020204" pitchFamily="34" charset="0"/>
            </a:endParaRPr>
          </a:p>
        </p:txBody>
      </p:sp>
      <p:cxnSp>
        <p:nvCxnSpPr>
          <p:cNvPr id="176" name="Google Shape;176;p30"/>
          <p:cNvCxnSpPr/>
          <p:nvPr/>
        </p:nvCxnSpPr>
        <p:spPr>
          <a:xfrm>
            <a:off x="6830000" y="535948"/>
            <a:ext cx="1517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176;p30">
            <a:extLst>
              <a:ext uri="{FF2B5EF4-FFF2-40B4-BE49-F238E27FC236}">
                <a16:creationId xmlns:a16="http://schemas.microsoft.com/office/drawing/2014/main" id="{0170E9CB-C29C-1E6B-1194-FDE0B95B2E35}"/>
              </a:ext>
            </a:extLst>
          </p:cNvPr>
          <p:cNvCxnSpPr/>
          <p:nvPr/>
        </p:nvCxnSpPr>
        <p:spPr>
          <a:xfrm>
            <a:off x="581600" y="535948"/>
            <a:ext cx="1517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166;p30">
            <a:extLst>
              <a:ext uri="{FF2B5EF4-FFF2-40B4-BE49-F238E27FC236}">
                <a16:creationId xmlns:a16="http://schemas.microsoft.com/office/drawing/2014/main" id="{C46FB523-EF75-6E3A-5D0B-E67842051951}"/>
              </a:ext>
            </a:extLst>
          </p:cNvPr>
          <p:cNvSpPr txBox="1">
            <a:spLocks/>
          </p:cNvSpPr>
          <p:nvPr/>
        </p:nvSpPr>
        <p:spPr>
          <a:xfrm>
            <a:off x="5268737" y="1728886"/>
            <a:ext cx="3392137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/>
            <a:r>
              <a:rPr lang="en-US" i="1" dirty="0" err="1">
                <a:latin typeface="Candara" panose="020E0502030303020204" pitchFamily="34" charset="0"/>
              </a:rPr>
              <a:t>Mã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hóa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giao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diện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bằng</a:t>
            </a:r>
            <a:r>
              <a:rPr lang="en-US" i="1" dirty="0">
                <a:latin typeface="Candara" panose="020E0502030303020204" pitchFamily="34" charset="0"/>
              </a:rPr>
              <a:t> HTML/CSS </a:t>
            </a:r>
            <a:r>
              <a:rPr lang="en-US" i="1" dirty="0" err="1">
                <a:latin typeface="Candara" panose="020E0502030303020204" pitchFamily="34" charset="0"/>
              </a:rPr>
              <a:t>với</a:t>
            </a:r>
            <a:r>
              <a:rPr lang="en-US" i="1" dirty="0">
                <a:latin typeface="Candara" panose="020E0502030303020204" pitchFamily="34" charset="0"/>
              </a:rPr>
              <a:t> Bootstrap.</a:t>
            </a:r>
          </a:p>
        </p:txBody>
      </p:sp>
      <p:sp>
        <p:nvSpPr>
          <p:cNvPr id="9" name="Google Shape;167;p30">
            <a:extLst>
              <a:ext uri="{FF2B5EF4-FFF2-40B4-BE49-F238E27FC236}">
                <a16:creationId xmlns:a16="http://schemas.microsoft.com/office/drawing/2014/main" id="{F03A1952-2ADD-35F6-24BF-F1BED7F46734}"/>
              </a:ext>
            </a:extLst>
          </p:cNvPr>
          <p:cNvSpPr txBox="1">
            <a:spLocks/>
          </p:cNvSpPr>
          <p:nvPr/>
        </p:nvSpPr>
        <p:spPr>
          <a:xfrm>
            <a:off x="4621237" y="1411474"/>
            <a:ext cx="647700" cy="4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2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9pPr>
          </a:lstStyle>
          <a:p>
            <a:r>
              <a:rPr lang="en" dirty="0">
                <a:latin typeface="Candara" panose="020E0502030303020204" pitchFamily="34" charset="0"/>
              </a:rPr>
              <a:t>04</a:t>
            </a:r>
          </a:p>
        </p:txBody>
      </p:sp>
      <p:sp>
        <p:nvSpPr>
          <p:cNvPr id="10" name="Google Shape;168;p30">
            <a:extLst>
              <a:ext uri="{FF2B5EF4-FFF2-40B4-BE49-F238E27FC236}">
                <a16:creationId xmlns:a16="http://schemas.microsoft.com/office/drawing/2014/main" id="{A607484B-ED81-D2EE-EEFE-20E6B78776DD}"/>
              </a:ext>
            </a:extLst>
          </p:cNvPr>
          <p:cNvSpPr txBox="1">
            <a:spLocks/>
          </p:cNvSpPr>
          <p:nvPr/>
        </p:nvSpPr>
        <p:spPr>
          <a:xfrm>
            <a:off x="5268737" y="1231236"/>
            <a:ext cx="3392137" cy="6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/>
            <a:r>
              <a:rPr lang="en-US" sz="1800" b="1" dirty="0" err="1">
                <a:latin typeface="Candara" panose="020E0502030303020204" pitchFamily="34" charset="0"/>
              </a:rPr>
              <a:t>Thiết</a:t>
            </a:r>
            <a:r>
              <a:rPr lang="en-US" sz="1800" b="1" dirty="0">
                <a:latin typeface="Candara" panose="020E0502030303020204" pitchFamily="34" charset="0"/>
              </a:rPr>
              <a:t> </a:t>
            </a:r>
            <a:r>
              <a:rPr lang="en-US" sz="1800" b="1" dirty="0" err="1">
                <a:latin typeface="Candara" panose="020E0502030303020204" pitchFamily="34" charset="0"/>
              </a:rPr>
              <a:t>kế</a:t>
            </a:r>
            <a:r>
              <a:rPr lang="en-US" sz="1800" b="1" dirty="0">
                <a:latin typeface="Candara" panose="020E0502030303020204" pitchFamily="34" charset="0"/>
              </a:rPr>
              <a:t> Bootstrap</a:t>
            </a:r>
          </a:p>
        </p:txBody>
      </p:sp>
      <p:sp>
        <p:nvSpPr>
          <p:cNvPr id="11" name="Google Shape;170;p30">
            <a:extLst>
              <a:ext uri="{FF2B5EF4-FFF2-40B4-BE49-F238E27FC236}">
                <a16:creationId xmlns:a16="http://schemas.microsoft.com/office/drawing/2014/main" id="{5BADC5F8-4E3E-2EBF-5711-45A695FC3074}"/>
              </a:ext>
            </a:extLst>
          </p:cNvPr>
          <p:cNvSpPr txBox="1">
            <a:spLocks/>
          </p:cNvSpPr>
          <p:nvPr/>
        </p:nvSpPr>
        <p:spPr>
          <a:xfrm>
            <a:off x="5268737" y="2714611"/>
            <a:ext cx="3392137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/>
            <a:r>
              <a:rPr lang="en-US" i="1" dirty="0">
                <a:latin typeface="Candara" panose="020E0502030303020204" pitchFamily="34" charset="0"/>
              </a:rPr>
              <a:t>Xem, </a:t>
            </a:r>
            <a:r>
              <a:rPr lang="en-US" i="1" dirty="0" err="1">
                <a:latin typeface="Candara" panose="020E0502030303020204" pitchFamily="34" charset="0"/>
              </a:rPr>
              <a:t>lọc</a:t>
            </a:r>
            <a:r>
              <a:rPr lang="en-US" i="1" dirty="0">
                <a:latin typeface="Candara" panose="020E0502030303020204" pitchFamily="34" charset="0"/>
              </a:rPr>
              <a:t>, </a:t>
            </a:r>
            <a:r>
              <a:rPr lang="en-US" i="1" dirty="0" err="1">
                <a:latin typeface="Candara" panose="020E0502030303020204" pitchFamily="34" charset="0"/>
              </a:rPr>
              <a:t>mua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sản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phẩm</a:t>
            </a:r>
            <a:r>
              <a:rPr lang="en-US" i="1" dirty="0">
                <a:latin typeface="Candara" panose="020E0502030303020204" pitchFamily="34" charset="0"/>
              </a:rPr>
              <a:t>,…</a:t>
            </a:r>
          </a:p>
        </p:txBody>
      </p:sp>
      <p:sp>
        <p:nvSpPr>
          <p:cNvPr id="12" name="Google Shape;171;p30">
            <a:extLst>
              <a:ext uri="{FF2B5EF4-FFF2-40B4-BE49-F238E27FC236}">
                <a16:creationId xmlns:a16="http://schemas.microsoft.com/office/drawing/2014/main" id="{DFEC901B-DA77-761F-50DC-17C92996D911}"/>
              </a:ext>
            </a:extLst>
          </p:cNvPr>
          <p:cNvSpPr txBox="1">
            <a:spLocks/>
          </p:cNvSpPr>
          <p:nvPr/>
        </p:nvSpPr>
        <p:spPr>
          <a:xfrm>
            <a:off x="4621237" y="2397199"/>
            <a:ext cx="647700" cy="4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2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9pPr>
          </a:lstStyle>
          <a:p>
            <a:r>
              <a:rPr lang="en" dirty="0">
                <a:latin typeface="Candara" panose="020E0502030303020204" pitchFamily="34" charset="0"/>
              </a:rPr>
              <a:t>05</a:t>
            </a:r>
          </a:p>
        </p:txBody>
      </p:sp>
      <p:sp>
        <p:nvSpPr>
          <p:cNvPr id="13" name="Google Shape;172;p30">
            <a:extLst>
              <a:ext uri="{FF2B5EF4-FFF2-40B4-BE49-F238E27FC236}">
                <a16:creationId xmlns:a16="http://schemas.microsoft.com/office/drawing/2014/main" id="{B4CBFFBC-9A47-5489-5515-D6DEFB179BB8}"/>
              </a:ext>
            </a:extLst>
          </p:cNvPr>
          <p:cNvSpPr txBox="1">
            <a:spLocks/>
          </p:cNvSpPr>
          <p:nvPr/>
        </p:nvSpPr>
        <p:spPr>
          <a:xfrm>
            <a:off x="5268737" y="2216961"/>
            <a:ext cx="3392137" cy="6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800" b="1" dirty="0">
                <a:latin typeface="Candara" panose="020E0502030303020204" pitchFamily="34" charset="0"/>
              </a:rPr>
              <a:t>Các </a:t>
            </a:r>
            <a:r>
              <a:rPr lang="en-US" sz="1800" b="1" dirty="0" err="1">
                <a:latin typeface="Candara" panose="020E0502030303020204" pitchFamily="34" charset="0"/>
              </a:rPr>
              <a:t>chức</a:t>
            </a:r>
            <a:r>
              <a:rPr lang="en-US" sz="1800" b="1" dirty="0">
                <a:latin typeface="Candara" panose="020E0502030303020204" pitchFamily="34" charset="0"/>
              </a:rPr>
              <a:t> </a:t>
            </a:r>
            <a:r>
              <a:rPr lang="en-US" sz="1800" b="1" dirty="0" err="1">
                <a:latin typeface="Candara" panose="020E0502030303020204" pitchFamily="34" charset="0"/>
              </a:rPr>
              <a:t>năng</a:t>
            </a:r>
            <a:r>
              <a:rPr lang="en-US" sz="1800" b="1" dirty="0">
                <a:latin typeface="Candara" panose="020E0502030303020204" pitchFamily="34" charset="0"/>
              </a:rPr>
              <a:t> </a:t>
            </a:r>
            <a:r>
              <a:rPr lang="en-US" sz="1800" b="1" dirty="0" err="1">
                <a:latin typeface="Candara" panose="020E0502030303020204" pitchFamily="34" charset="0"/>
              </a:rPr>
              <a:t>của</a:t>
            </a:r>
            <a:r>
              <a:rPr lang="en-US" sz="1800" b="1" dirty="0">
                <a:latin typeface="Candara" panose="020E0502030303020204" pitchFamily="34" charset="0"/>
              </a:rPr>
              <a:t> website</a:t>
            </a:r>
          </a:p>
        </p:txBody>
      </p:sp>
      <p:sp>
        <p:nvSpPr>
          <p:cNvPr id="14" name="Google Shape;173;p30">
            <a:extLst>
              <a:ext uri="{FF2B5EF4-FFF2-40B4-BE49-F238E27FC236}">
                <a16:creationId xmlns:a16="http://schemas.microsoft.com/office/drawing/2014/main" id="{ECB49BC7-AD94-F129-3A74-82AC86A80C58}"/>
              </a:ext>
            </a:extLst>
          </p:cNvPr>
          <p:cNvSpPr txBox="1">
            <a:spLocks/>
          </p:cNvSpPr>
          <p:nvPr/>
        </p:nvSpPr>
        <p:spPr>
          <a:xfrm>
            <a:off x="5268737" y="3697061"/>
            <a:ext cx="3392137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/>
            <a:r>
              <a:rPr lang="en-US" i="1" dirty="0" err="1">
                <a:latin typeface="Candara" panose="020E0502030303020204" pitchFamily="34" charset="0"/>
              </a:rPr>
              <a:t>Trình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chiếu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sản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phẩm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hoàn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thiện</a:t>
            </a:r>
            <a:r>
              <a:rPr lang="en-US" i="1" dirty="0">
                <a:latin typeface="Candara" panose="020E0502030303020204" pitchFamily="34" charset="0"/>
              </a:rPr>
              <a:t>.</a:t>
            </a:r>
          </a:p>
        </p:txBody>
      </p:sp>
      <p:sp>
        <p:nvSpPr>
          <p:cNvPr id="15" name="Google Shape;174;p30">
            <a:extLst>
              <a:ext uri="{FF2B5EF4-FFF2-40B4-BE49-F238E27FC236}">
                <a16:creationId xmlns:a16="http://schemas.microsoft.com/office/drawing/2014/main" id="{B71F5AF4-8193-FF4D-795F-8B26D2C5E550}"/>
              </a:ext>
            </a:extLst>
          </p:cNvPr>
          <p:cNvSpPr txBox="1">
            <a:spLocks/>
          </p:cNvSpPr>
          <p:nvPr/>
        </p:nvSpPr>
        <p:spPr>
          <a:xfrm>
            <a:off x="4621237" y="3379649"/>
            <a:ext cx="647700" cy="4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2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ic Didone"/>
              <a:buNone/>
              <a:defRPr sz="3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9pPr>
          </a:lstStyle>
          <a:p>
            <a:r>
              <a:rPr lang="en" dirty="0">
                <a:latin typeface="Candara" panose="020E0502030303020204" pitchFamily="34" charset="0"/>
              </a:rPr>
              <a:t>06</a:t>
            </a:r>
          </a:p>
        </p:txBody>
      </p:sp>
      <p:sp>
        <p:nvSpPr>
          <p:cNvPr id="16" name="Google Shape;175;p30">
            <a:extLst>
              <a:ext uri="{FF2B5EF4-FFF2-40B4-BE49-F238E27FC236}">
                <a16:creationId xmlns:a16="http://schemas.microsoft.com/office/drawing/2014/main" id="{2B4E8CF8-372C-541E-1DE2-C4101AF4DC25}"/>
              </a:ext>
            </a:extLst>
          </p:cNvPr>
          <p:cNvSpPr txBox="1">
            <a:spLocks/>
          </p:cNvSpPr>
          <p:nvPr/>
        </p:nvSpPr>
        <p:spPr>
          <a:xfrm>
            <a:off x="5268737" y="3199411"/>
            <a:ext cx="3392137" cy="6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800" b="1" dirty="0">
                <a:latin typeface="Candara" panose="020E0502030303020204" pitchFamily="34" charset="0"/>
              </a:rPr>
              <a:t>Demo website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CE2868-4B84-1BD7-AC26-8C1244509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1" y="41478"/>
            <a:ext cx="1214025" cy="307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>
            <a:spLocks noGrp="1"/>
          </p:cNvSpPr>
          <p:nvPr>
            <p:ph type="body" idx="1"/>
          </p:nvPr>
        </p:nvSpPr>
        <p:spPr>
          <a:xfrm>
            <a:off x="713224" y="1343575"/>
            <a:ext cx="5043465" cy="21452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dirty="0">
                <a:latin typeface="Candara" panose="020E0502030303020204" pitchFamily="34" charset="0"/>
              </a:rPr>
              <a:t>Giao diện thời trang hiện đại, lấy cảm hứng từ </a:t>
            </a:r>
            <a:r>
              <a:rPr lang="vi-VN" dirty="0" err="1">
                <a:latin typeface="Candara" panose="020E0502030303020204" pitchFamily="34" charset="0"/>
              </a:rPr>
              <a:t>DirtyCoins.vn</a:t>
            </a:r>
            <a:endParaRPr lang="en-US" dirty="0">
              <a:latin typeface="Candara" panose="020E0502030303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None/>
            </a:pPr>
            <a:endParaRPr lang="en-US" dirty="0">
              <a:latin typeface="Candara" panose="020E050203030302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dirty="0">
                <a:latin typeface="Candara" panose="020E0502030303020204" pitchFamily="34" charset="0"/>
              </a:rPr>
              <a:t>Hướng đến trải nghiệm người dùng tối ưu</a:t>
            </a:r>
            <a:r>
              <a:rPr lang="en-US" dirty="0">
                <a:latin typeface="Candara" panose="020E0502030303020204" pitchFamily="34" charset="0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None/>
            </a:pPr>
            <a:endParaRPr lang="en-US" dirty="0">
              <a:latin typeface="Candara" panose="020E050203030302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dirty="0">
                <a:latin typeface="Candara" panose="020E0502030303020204" pitchFamily="34" charset="0"/>
              </a:rPr>
              <a:t>Thiết kế phù hợp với đối tượng yêu thích </a:t>
            </a:r>
            <a:r>
              <a:rPr lang="vi-VN" dirty="0" err="1">
                <a:latin typeface="Candara" panose="020E0502030303020204" pitchFamily="34" charset="0"/>
              </a:rPr>
              <a:t>streetwear</a:t>
            </a:r>
            <a:r>
              <a:rPr lang="vi-VN" dirty="0">
                <a:latin typeface="Candara" panose="020E0502030303020204" pitchFamily="34" charset="0"/>
              </a:rPr>
              <a:t> – cá tính, trẻ trung</a:t>
            </a:r>
            <a:r>
              <a:rPr lang="en-US" dirty="0">
                <a:latin typeface="Candara" panose="020E0502030303020204" pitchFamily="34" charset="0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None/>
            </a:pPr>
            <a:endParaRPr lang="en-US" dirty="0">
              <a:latin typeface="Candara" panose="020E050203030302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dirty="0">
                <a:latin typeface="Candara" panose="020E0502030303020204" pitchFamily="34" charset="0"/>
              </a:rPr>
              <a:t>Tập trung vào tính </a:t>
            </a:r>
            <a:r>
              <a:rPr lang="vi-VN" dirty="0" err="1">
                <a:latin typeface="Candara" panose="020E0502030303020204" pitchFamily="34" charset="0"/>
              </a:rPr>
              <a:t>UX</a:t>
            </a:r>
            <a:r>
              <a:rPr lang="vi-VN" dirty="0">
                <a:latin typeface="Candara" panose="020E0502030303020204" pitchFamily="34" charset="0"/>
              </a:rPr>
              <a:t> (trực quan, dễ dùng) và UI (thẩm mỹ, thương hiệu)</a:t>
            </a:r>
            <a:endParaRPr dirty="0">
              <a:latin typeface="Candara" panose="020E0502030303020204" pitchFamily="34" charset="0"/>
            </a:endParaRPr>
          </a:p>
        </p:txBody>
      </p:sp>
      <p:cxnSp>
        <p:nvCxnSpPr>
          <p:cNvPr id="192" name="Google Shape;192;p32"/>
          <p:cNvCxnSpPr>
            <a:cxnSpLocks/>
            <a:stCxn id="6" idx="3"/>
          </p:cNvCxnSpPr>
          <p:nvPr/>
        </p:nvCxnSpPr>
        <p:spPr>
          <a:xfrm>
            <a:off x="4656406" y="961975"/>
            <a:ext cx="110028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181;p31">
            <a:extLst>
              <a:ext uri="{FF2B5EF4-FFF2-40B4-BE49-F238E27FC236}">
                <a16:creationId xmlns:a16="http://schemas.microsoft.com/office/drawing/2014/main" id="{53776DE1-CC83-CF96-B8BF-089F5CFF5E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3889" y="227425"/>
            <a:ext cx="3024320" cy="6343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b="1" dirty="0" err="1">
                <a:latin typeface="Candara" panose="020E0502030303020204" pitchFamily="34" charset="0"/>
              </a:rPr>
              <a:t>Giới</a:t>
            </a:r>
            <a:r>
              <a:rPr lang="en-US" sz="3200" b="1" dirty="0">
                <a:latin typeface="Candara" panose="020E0502030303020204" pitchFamily="34" charset="0"/>
              </a:rPr>
              <a:t> </a:t>
            </a:r>
            <a:r>
              <a:rPr lang="en-US" sz="3200" b="1" dirty="0" err="1">
                <a:latin typeface="Candara" panose="020E0502030303020204" pitchFamily="34" charset="0"/>
              </a:rPr>
              <a:t>thiệu</a:t>
            </a:r>
            <a:r>
              <a:rPr lang="en-US" sz="3200" b="1" dirty="0">
                <a:latin typeface="Candara" panose="020E0502030303020204" pitchFamily="34" charset="0"/>
              </a:rPr>
              <a:t> </a:t>
            </a:r>
            <a:r>
              <a:rPr lang="en-US" sz="3200" b="1" dirty="0" err="1">
                <a:latin typeface="Candara" panose="020E0502030303020204" pitchFamily="34" charset="0"/>
              </a:rPr>
              <a:t>đề</a:t>
            </a:r>
            <a:r>
              <a:rPr lang="en-US" sz="3200" b="1" dirty="0">
                <a:latin typeface="Candara" panose="020E0502030303020204" pitchFamily="34" charset="0"/>
              </a:rPr>
              <a:t> </a:t>
            </a:r>
            <a:r>
              <a:rPr lang="en-US" sz="3200" b="1" dirty="0" err="1">
                <a:latin typeface="Candara" panose="020E0502030303020204" pitchFamily="34" charset="0"/>
              </a:rPr>
              <a:t>tài</a:t>
            </a:r>
            <a:endParaRPr lang="en-US" sz="3200" b="1" dirty="0">
              <a:latin typeface="Candara" panose="020E0502030303020204" pitchFamily="34" charset="0"/>
            </a:endParaRPr>
          </a:p>
        </p:txBody>
      </p:sp>
      <p:sp>
        <p:nvSpPr>
          <p:cNvPr id="5" name="Google Shape;182;p31">
            <a:extLst>
              <a:ext uri="{FF2B5EF4-FFF2-40B4-BE49-F238E27FC236}">
                <a16:creationId xmlns:a16="http://schemas.microsoft.com/office/drawing/2014/main" id="{B0425C83-9AF0-5781-5D57-ADBEFC2FBCCC}"/>
              </a:ext>
            </a:extLst>
          </p:cNvPr>
          <p:cNvSpPr txBox="1">
            <a:spLocks/>
          </p:cNvSpPr>
          <p:nvPr/>
        </p:nvSpPr>
        <p:spPr>
          <a:xfrm>
            <a:off x="713225" y="227425"/>
            <a:ext cx="510664" cy="634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rtl="0">
              <a:buClrTx/>
              <a:buFontTx/>
            </a:pPr>
            <a:r>
              <a:rPr lang="en" sz="2800" b="1" dirty="0">
                <a:solidFill>
                  <a:schemeClr val="tx1"/>
                </a:solidFill>
                <a:latin typeface="Candara" panose="020E0502030303020204" pitchFamily="34" charset="0"/>
              </a:rPr>
              <a:t>01</a:t>
            </a:r>
          </a:p>
        </p:txBody>
      </p:sp>
      <p:sp>
        <p:nvSpPr>
          <p:cNvPr id="6" name="Google Shape;183;p31">
            <a:extLst>
              <a:ext uri="{FF2B5EF4-FFF2-40B4-BE49-F238E27FC236}">
                <a16:creationId xmlns:a16="http://schemas.microsoft.com/office/drawing/2014/main" id="{9209C542-F965-475C-9A7A-004BA1BD6656}"/>
              </a:ext>
            </a:extLst>
          </p:cNvPr>
          <p:cNvSpPr txBox="1">
            <a:spLocks/>
          </p:cNvSpPr>
          <p:nvPr/>
        </p:nvSpPr>
        <p:spPr>
          <a:xfrm>
            <a:off x="713225" y="771175"/>
            <a:ext cx="3943181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lvl="0" indent="0">
              <a:buNone/>
            </a:pPr>
            <a:r>
              <a:rPr lang="vi-VN" i="1" dirty="0">
                <a:latin typeface="Candara" panose="020E0502030303020204" pitchFamily="34" charset="0"/>
              </a:rPr>
              <a:t>Trình bày ý tưởng thiết kế giao diện </a:t>
            </a:r>
            <a:r>
              <a:rPr lang="vi-VN" i="1" dirty="0" err="1">
                <a:latin typeface="Candara" panose="020E0502030303020204" pitchFamily="34" charset="0"/>
              </a:rPr>
              <a:t>website</a:t>
            </a:r>
            <a:r>
              <a:rPr lang="en-US" i="1" dirty="0">
                <a:latin typeface="Candara" panose="020E0502030303020204" pitchFamily="34" charset="0"/>
              </a:rPr>
              <a:t>.</a:t>
            </a:r>
            <a:endParaRPr lang="vi-VN" i="1" dirty="0">
              <a:latin typeface="Candara" panose="020E0502030303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C1C40C-7CB7-F492-0E23-31EC6354F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916" y="227072"/>
            <a:ext cx="913256" cy="4689000"/>
          </a:xfrm>
          <a:prstGeom prst="rect">
            <a:avLst/>
          </a:prstGeom>
        </p:spPr>
      </p:pic>
      <p:pic>
        <p:nvPicPr>
          <p:cNvPr id="13" name="Picture 12" descr="A group of women posing for a picture&#10;&#10;AI-generated content may be incorrect.">
            <a:extLst>
              <a:ext uri="{FF2B5EF4-FFF2-40B4-BE49-F238E27FC236}">
                <a16:creationId xmlns:a16="http://schemas.microsoft.com/office/drawing/2014/main" id="{F9C5F4AB-BC30-EE18-1E19-4B961B8EB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0969" y="227072"/>
            <a:ext cx="1674649" cy="1030956"/>
          </a:xfrm>
          <a:prstGeom prst="rect">
            <a:avLst/>
          </a:prstGeom>
        </p:spPr>
      </p:pic>
      <p:pic>
        <p:nvPicPr>
          <p:cNvPr id="15" name="Picture 14" descr="A group of different clothing items&#10;&#10;AI-generated content may be incorrect.">
            <a:extLst>
              <a:ext uri="{FF2B5EF4-FFF2-40B4-BE49-F238E27FC236}">
                <a16:creationId xmlns:a16="http://schemas.microsoft.com/office/drawing/2014/main" id="{4708DBAF-9173-18BD-EB4F-851BE37372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985" y="1378094"/>
            <a:ext cx="1674649" cy="1116433"/>
          </a:xfrm>
          <a:prstGeom prst="rect">
            <a:avLst/>
          </a:prstGeom>
        </p:spPr>
      </p:pic>
      <p:pic>
        <p:nvPicPr>
          <p:cNvPr id="17" name="Picture 16" descr="A person in a white shirt&#10;&#10;AI-generated content may be incorrect.">
            <a:extLst>
              <a:ext uri="{FF2B5EF4-FFF2-40B4-BE49-F238E27FC236}">
                <a16:creationId xmlns:a16="http://schemas.microsoft.com/office/drawing/2014/main" id="{659F58C6-9DA9-1AE8-9568-45BF8F09E3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0969" y="2623133"/>
            <a:ext cx="1674649" cy="1230691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E22C4E-F896-CCFE-B62C-25E821CE65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1800" y="4026570"/>
            <a:ext cx="1683404" cy="882034"/>
          </a:xfrm>
          <a:prstGeom prst="rect">
            <a:avLst/>
          </a:prstGeom>
        </p:spPr>
      </p:pic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7C1E3A5B-3C27-B0BE-D21B-B7352491BC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6875452"/>
              </p:ext>
            </p:extLst>
          </p:nvPr>
        </p:nvGraphicFramePr>
        <p:xfrm>
          <a:off x="713223" y="3584284"/>
          <a:ext cx="5043466" cy="883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0C20761-069B-9440-B38C-C4BAEC025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1" y="41478"/>
            <a:ext cx="1214025" cy="307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95B685FE-276C-0248-A2B9-C99286B72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>
            <a:extLst>
              <a:ext uri="{FF2B5EF4-FFF2-40B4-BE49-F238E27FC236}">
                <a16:creationId xmlns:a16="http://schemas.microsoft.com/office/drawing/2014/main" id="{B328207F-D8AF-CCE4-C3DE-0997E7062F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3224" y="861773"/>
            <a:ext cx="3143085" cy="26868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Trang </a:t>
            </a:r>
            <a:r>
              <a:rPr lang="en-US" sz="1600" dirty="0" err="1">
                <a:latin typeface="Candara" panose="020E0502030303020204" pitchFamily="34" charset="0"/>
              </a:rPr>
              <a:t>chủ</a:t>
            </a:r>
            <a:endParaRPr lang="en-US" sz="1600" dirty="0">
              <a:latin typeface="Candara" panose="020E0502030303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None/>
            </a:pPr>
            <a:endParaRPr lang="en-US" sz="1600" dirty="0">
              <a:latin typeface="Candara" panose="020E050203030302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Trang </a:t>
            </a:r>
            <a:r>
              <a:rPr lang="en-US" sz="1600" dirty="0" err="1">
                <a:latin typeface="Candara" panose="020E0502030303020204" pitchFamily="34" charset="0"/>
              </a:rPr>
              <a:t>danh</a:t>
            </a:r>
            <a:r>
              <a:rPr lang="en-US" sz="1600" dirty="0">
                <a:latin typeface="Candara" panose="020E0502030303020204" pitchFamily="34" charset="0"/>
              </a:rPr>
              <a:t> </a:t>
            </a:r>
            <a:r>
              <a:rPr lang="en-US" sz="1600" dirty="0" err="1">
                <a:latin typeface="Candara" panose="020E0502030303020204" pitchFamily="34" charset="0"/>
              </a:rPr>
              <a:t>sách</a:t>
            </a:r>
            <a:r>
              <a:rPr lang="en-US" sz="1600" dirty="0">
                <a:latin typeface="Candara" panose="020E0502030303020204" pitchFamily="34" charset="0"/>
              </a:rPr>
              <a:t> </a:t>
            </a:r>
            <a:r>
              <a:rPr lang="en-US" sz="1600" dirty="0" err="1">
                <a:latin typeface="Candara" panose="020E0502030303020204" pitchFamily="34" charset="0"/>
              </a:rPr>
              <a:t>sản</a:t>
            </a:r>
            <a:r>
              <a:rPr lang="en-US" sz="1600" dirty="0">
                <a:latin typeface="Candara" panose="020E0502030303020204" pitchFamily="34" charset="0"/>
              </a:rPr>
              <a:t> </a:t>
            </a:r>
            <a:r>
              <a:rPr lang="en-US" sz="1600" dirty="0" err="1">
                <a:latin typeface="Candara" panose="020E0502030303020204" pitchFamily="34" charset="0"/>
              </a:rPr>
              <a:t>phẩm</a:t>
            </a:r>
            <a:endParaRPr lang="en-US" sz="1600" dirty="0">
              <a:latin typeface="Candara" panose="020E0502030303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None/>
            </a:pPr>
            <a:endParaRPr lang="en-US" sz="1600" dirty="0">
              <a:latin typeface="Candara" panose="020E050203030302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Trang </a:t>
            </a:r>
            <a:r>
              <a:rPr lang="en-US" sz="1600" dirty="0" err="1">
                <a:latin typeface="Candara" panose="020E0502030303020204" pitchFamily="34" charset="0"/>
              </a:rPr>
              <a:t>sản</a:t>
            </a:r>
            <a:r>
              <a:rPr lang="en-US" sz="1600" dirty="0">
                <a:latin typeface="Candara" panose="020E0502030303020204" pitchFamily="34" charset="0"/>
              </a:rPr>
              <a:t> </a:t>
            </a:r>
            <a:r>
              <a:rPr lang="en-US" sz="1600" dirty="0" err="1">
                <a:latin typeface="Candara" panose="020E0502030303020204" pitchFamily="34" charset="0"/>
              </a:rPr>
              <a:t>phẩm</a:t>
            </a:r>
            <a:endParaRPr lang="en-US" sz="1600" dirty="0">
              <a:latin typeface="Candara" panose="020E0502030303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None/>
            </a:pPr>
            <a:endParaRPr lang="en-US" sz="1600" dirty="0">
              <a:latin typeface="Candara" panose="020E050203030302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Trang </a:t>
            </a:r>
            <a:r>
              <a:rPr lang="en-US" sz="1600" dirty="0" err="1">
                <a:latin typeface="Candara" panose="020E0502030303020204" pitchFamily="34" charset="0"/>
              </a:rPr>
              <a:t>đăng</a:t>
            </a:r>
            <a:r>
              <a:rPr lang="en-US" sz="1600" dirty="0">
                <a:latin typeface="Candara" panose="020E0502030303020204" pitchFamily="34" charset="0"/>
              </a:rPr>
              <a:t> </a:t>
            </a:r>
            <a:r>
              <a:rPr lang="en-US" sz="1600" dirty="0" err="1">
                <a:latin typeface="Candara" panose="020E0502030303020204" pitchFamily="34" charset="0"/>
              </a:rPr>
              <a:t>ký</a:t>
            </a:r>
            <a:r>
              <a:rPr lang="en-US" sz="1600" dirty="0">
                <a:latin typeface="Candara" panose="020E0502030303020204" pitchFamily="34" charset="0"/>
              </a:rPr>
              <a:t> / </a:t>
            </a:r>
            <a:r>
              <a:rPr lang="en-US" sz="1600" dirty="0" err="1">
                <a:latin typeface="Candara" panose="020E0502030303020204" pitchFamily="34" charset="0"/>
              </a:rPr>
              <a:t>đăng</a:t>
            </a:r>
            <a:r>
              <a:rPr lang="en-US" sz="1600" dirty="0">
                <a:latin typeface="Candara" panose="020E0502030303020204" pitchFamily="34" charset="0"/>
              </a:rPr>
              <a:t> </a:t>
            </a:r>
            <a:r>
              <a:rPr lang="en-US" sz="1600" dirty="0" err="1">
                <a:latin typeface="Candara" panose="020E0502030303020204" pitchFamily="34" charset="0"/>
              </a:rPr>
              <a:t>nhập</a:t>
            </a:r>
            <a:endParaRPr lang="en-US" sz="1600" dirty="0">
              <a:latin typeface="Candara" panose="020E050203030302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endParaRPr lang="en-US" sz="1600" dirty="0">
              <a:latin typeface="Candara" panose="020E050203030302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Trang </a:t>
            </a:r>
            <a:r>
              <a:rPr lang="en-US" sz="1600" dirty="0" err="1">
                <a:latin typeface="Candara" panose="020E0502030303020204" pitchFamily="34" charset="0"/>
              </a:rPr>
              <a:t>giỏ</a:t>
            </a:r>
            <a:r>
              <a:rPr lang="en-US" sz="1600" dirty="0">
                <a:latin typeface="Candara" panose="020E0502030303020204" pitchFamily="34" charset="0"/>
              </a:rPr>
              <a:t> </a:t>
            </a:r>
            <a:r>
              <a:rPr lang="en-US" sz="1600" dirty="0" err="1">
                <a:latin typeface="Candara" panose="020E0502030303020204" pitchFamily="34" charset="0"/>
              </a:rPr>
              <a:t>hàng</a:t>
            </a:r>
            <a:endParaRPr lang="en-US" sz="1600" dirty="0">
              <a:latin typeface="Candara" panose="020E050203030302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endParaRPr lang="en-US" sz="1600" dirty="0">
              <a:latin typeface="Candara" panose="020E050203030302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Trang </a:t>
            </a:r>
            <a:r>
              <a:rPr lang="en-US" sz="1600" dirty="0" err="1">
                <a:latin typeface="Candara" panose="020E0502030303020204" pitchFamily="34" charset="0"/>
              </a:rPr>
              <a:t>thanh</a:t>
            </a:r>
            <a:r>
              <a:rPr lang="en-US" sz="1600" dirty="0">
                <a:latin typeface="Candara" panose="020E0502030303020204" pitchFamily="34" charset="0"/>
              </a:rPr>
              <a:t> </a:t>
            </a:r>
            <a:r>
              <a:rPr lang="en-US" sz="1600" dirty="0" err="1">
                <a:latin typeface="Candara" panose="020E0502030303020204" pitchFamily="34" charset="0"/>
              </a:rPr>
              <a:t>toán</a:t>
            </a:r>
            <a:endParaRPr sz="1600" dirty="0">
              <a:latin typeface="Candara" panose="020E0502030303020204" pitchFamily="34" charset="0"/>
            </a:endParaRPr>
          </a:p>
        </p:txBody>
      </p:sp>
      <p:cxnSp>
        <p:nvCxnSpPr>
          <p:cNvPr id="192" name="Google Shape;192;p32">
            <a:extLst>
              <a:ext uri="{FF2B5EF4-FFF2-40B4-BE49-F238E27FC236}">
                <a16:creationId xmlns:a16="http://schemas.microsoft.com/office/drawing/2014/main" id="{6FE7BFFF-376D-9752-4845-8DC084F2483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400801" y="544599"/>
            <a:ext cx="128719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181;p31">
            <a:extLst>
              <a:ext uri="{FF2B5EF4-FFF2-40B4-BE49-F238E27FC236}">
                <a16:creationId xmlns:a16="http://schemas.microsoft.com/office/drawing/2014/main" id="{02B59485-FB73-9C95-DB41-CEDBB231F4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0" y="227425"/>
            <a:ext cx="3657601" cy="6343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2800" b="1" dirty="0">
                <a:solidFill>
                  <a:schemeClr val="tx1"/>
                </a:solidFill>
                <a:latin typeface="Candara" panose="020E0502030303020204" pitchFamily="34" charset="0"/>
              </a:rPr>
              <a:t>02</a:t>
            </a:r>
            <a:r>
              <a:rPr lang="en" sz="3200" b="1" dirty="0">
                <a:solidFill>
                  <a:schemeClr val="tx1"/>
                </a:solidFill>
                <a:latin typeface="Candara" panose="020E0502030303020204" pitchFamily="34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Candara" panose="020E0502030303020204" pitchFamily="34" charset="0"/>
              </a:rPr>
              <a:t>Cấu</a:t>
            </a:r>
            <a:r>
              <a:rPr lang="en-US" sz="3200" b="1" dirty="0">
                <a:solidFill>
                  <a:schemeClr val="tx1"/>
                </a:solidFill>
                <a:latin typeface="Candara" panose="020E0502030303020204" pitchFamily="34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Candara" panose="020E0502030303020204" pitchFamily="34" charset="0"/>
              </a:rPr>
              <a:t>trúc</a:t>
            </a:r>
            <a:r>
              <a:rPr lang="en-US" sz="3200" b="1" dirty="0">
                <a:solidFill>
                  <a:schemeClr val="tx1"/>
                </a:solidFill>
                <a:latin typeface="Candara" panose="020E0502030303020204" pitchFamily="34" charset="0"/>
              </a:rPr>
              <a:t> website</a:t>
            </a:r>
          </a:p>
        </p:txBody>
      </p:sp>
      <p:cxnSp>
        <p:nvCxnSpPr>
          <p:cNvPr id="7" name="Google Shape;192;p32">
            <a:extLst>
              <a:ext uri="{FF2B5EF4-FFF2-40B4-BE49-F238E27FC236}">
                <a16:creationId xmlns:a16="http://schemas.microsoft.com/office/drawing/2014/main" id="{2EEDB9A0-8786-DC5A-0B53-FEF328589975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456007" y="544599"/>
            <a:ext cx="128719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9EC602A6-5FBF-9FA3-712A-B283A4F0F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1" y="41478"/>
            <a:ext cx="1214025" cy="307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diagram of a website&#10;&#10;AI-generated content may be incorrect.">
            <a:extLst>
              <a:ext uri="{FF2B5EF4-FFF2-40B4-BE49-F238E27FC236}">
                <a16:creationId xmlns:a16="http://schemas.microsoft.com/office/drawing/2014/main" id="{17A89656-BCAC-029C-3772-1F3A08D80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762" y="1335617"/>
            <a:ext cx="4120443" cy="247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694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92C09FD6-DD45-8302-D5CA-5A278BA29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D900438-211F-73A9-2362-0CAF5DE78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406" y="2274129"/>
            <a:ext cx="2709212" cy="26344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F4CB91-BF41-BB50-FF7B-B18EB0D8A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42" y="234896"/>
            <a:ext cx="2944792" cy="1981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2A84BC-29F0-98A8-E112-0AB37357F9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9932" y="234896"/>
            <a:ext cx="2704702" cy="19819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D12CEB-2EB1-E734-AFE0-340925A094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6407" y="2309226"/>
            <a:ext cx="2709211" cy="2599378"/>
          </a:xfrm>
          <a:prstGeom prst="rect">
            <a:avLst/>
          </a:prstGeom>
        </p:spPr>
      </p:pic>
      <p:sp>
        <p:nvSpPr>
          <p:cNvPr id="189" name="Google Shape;189;p32">
            <a:extLst>
              <a:ext uri="{FF2B5EF4-FFF2-40B4-BE49-F238E27FC236}">
                <a16:creationId xmlns:a16="http://schemas.microsoft.com/office/drawing/2014/main" id="{A26E9FF9-3F01-429D-A458-4776E8BA60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3224" y="1343575"/>
            <a:ext cx="5043465" cy="28449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 err="1">
                <a:latin typeface="Candara" panose="020E0502030303020204" pitchFamily="34" charset="0"/>
              </a:rPr>
              <a:t>Wireframe</a:t>
            </a:r>
            <a:r>
              <a:rPr lang="vi-VN" sz="1600" dirty="0">
                <a:latin typeface="Candara" panose="020E0502030303020204" pitchFamily="34" charset="0"/>
              </a:rPr>
              <a:t> các </a:t>
            </a:r>
            <a:r>
              <a:rPr lang="en-US" sz="1600" dirty="0" err="1">
                <a:latin typeface="Candara" panose="020E0502030303020204" pitchFamily="34" charset="0"/>
              </a:rPr>
              <a:t>phiên</a:t>
            </a:r>
            <a:r>
              <a:rPr lang="en-US" sz="1600" dirty="0">
                <a:latin typeface="Candara" panose="020E0502030303020204" pitchFamily="34" charset="0"/>
              </a:rPr>
              <a:t> </a:t>
            </a:r>
            <a:r>
              <a:rPr lang="en-US" sz="1600" dirty="0" err="1">
                <a:latin typeface="Candara" panose="020E0502030303020204" pitchFamily="34" charset="0"/>
              </a:rPr>
              <a:t>bản</a:t>
            </a:r>
            <a:r>
              <a:rPr lang="vi-VN" sz="1600" dirty="0">
                <a:latin typeface="Candara" panose="020E0502030303020204" pitchFamily="34" charset="0"/>
              </a:rPr>
              <a:t>: </a:t>
            </a:r>
            <a:r>
              <a:rPr lang="en-US" sz="1600" dirty="0">
                <a:latin typeface="Candara" panose="020E0502030303020204" pitchFamily="34" charset="0"/>
              </a:rPr>
              <a:t>PC Desktop </a:t>
            </a:r>
            <a:r>
              <a:rPr lang="en-US" sz="1600" dirty="0" err="1">
                <a:latin typeface="Candara" panose="020E0502030303020204" pitchFamily="34" charset="0"/>
              </a:rPr>
              <a:t>và</a:t>
            </a:r>
            <a:r>
              <a:rPr lang="en-US" sz="1600" dirty="0">
                <a:latin typeface="Candara" panose="020E0502030303020204" pitchFamily="34" charset="0"/>
              </a:rPr>
              <a:t> Mobile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endParaRPr lang="en-US" sz="1600" dirty="0">
              <a:latin typeface="Candara" panose="020E050203030302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>
                <a:latin typeface="Candara" panose="020E0502030303020204" pitchFamily="34" charset="0"/>
              </a:rPr>
              <a:t>Đồng bộ màu sắc, </a:t>
            </a:r>
            <a:r>
              <a:rPr lang="vi-VN" sz="1600" dirty="0" err="1">
                <a:latin typeface="Candara" panose="020E0502030303020204" pitchFamily="34" charset="0"/>
              </a:rPr>
              <a:t>font</a:t>
            </a:r>
            <a:r>
              <a:rPr lang="vi-VN" sz="1600" dirty="0">
                <a:latin typeface="Candara" panose="020E0502030303020204" pitchFamily="34" charset="0"/>
              </a:rPr>
              <a:t> chữ, hình ảnh</a:t>
            </a:r>
            <a:endParaRPr lang="en-US" sz="1600" dirty="0">
              <a:latin typeface="Candara" panose="020E0502030303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None/>
            </a:pPr>
            <a:endParaRPr lang="en-US" sz="1600" dirty="0">
              <a:latin typeface="Candara" panose="020E050203030302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>
                <a:latin typeface="Candara" panose="020E0502030303020204" pitchFamily="34" charset="0"/>
              </a:rPr>
              <a:t>Giao diện phản hồi nhanh</a:t>
            </a:r>
            <a:r>
              <a:rPr lang="en-US" sz="1600" dirty="0">
                <a:latin typeface="Candara" panose="020E0502030303020204" pitchFamily="34" charset="0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endParaRPr lang="en-US" sz="1600" dirty="0">
              <a:latin typeface="Candara" panose="020E0502030303020204" pitchFamily="34" charset="0"/>
            </a:endParaRPr>
          </a:p>
          <a:p>
            <a:pPr marL="285750" lvl="0" indent="-285750"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>
                <a:latin typeface="Candara" panose="020E0502030303020204" pitchFamily="34" charset="0"/>
              </a:rPr>
              <a:t>Sử dụng </a:t>
            </a:r>
            <a:r>
              <a:rPr lang="vi-VN" sz="1600" dirty="0" err="1">
                <a:latin typeface="Candara" panose="020E0502030303020204" pitchFamily="34" charset="0"/>
              </a:rPr>
              <a:t>prototype</a:t>
            </a:r>
            <a:r>
              <a:rPr lang="vi-VN" sz="1600" dirty="0">
                <a:latin typeface="Candara" panose="020E0502030303020204" pitchFamily="34" charset="0"/>
              </a:rPr>
              <a:t> </a:t>
            </a:r>
            <a:r>
              <a:rPr lang="vi-VN" sz="1600" dirty="0" err="1">
                <a:latin typeface="Candara" panose="020E0502030303020204" pitchFamily="34" charset="0"/>
              </a:rPr>
              <a:t>Figma</a:t>
            </a:r>
            <a:r>
              <a:rPr lang="vi-VN" sz="1600" dirty="0">
                <a:latin typeface="Candara" panose="020E0502030303020204" pitchFamily="34" charset="0"/>
              </a:rPr>
              <a:t> để mô phỏng tương tác hoàn chỉnh</a:t>
            </a:r>
            <a:r>
              <a:rPr lang="en-US" sz="1600" dirty="0">
                <a:latin typeface="Candara" panose="020E0502030303020204" pitchFamily="34" charset="0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endParaRPr lang="en-US" sz="1600" dirty="0">
              <a:latin typeface="Candara" panose="020E050203030302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>
                <a:latin typeface="Candara" panose="020E0502030303020204" pitchFamily="34" charset="0"/>
              </a:rPr>
              <a:t>Công cụ hỗ trợ: </a:t>
            </a:r>
            <a:r>
              <a:rPr lang="vi-VN" sz="1600" dirty="0" err="1">
                <a:latin typeface="Candara" panose="020E0502030303020204" pitchFamily="34" charset="0"/>
              </a:rPr>
              <a:t>Figma</a:t>
            </a:r>
            <a:r>
              <a:rPr lang="vi-VN" sz="1600" dirty="0">
                <a:latin typeface="Candara" panose="020E0502030303020204" pitchFamily="34" charset="0"/>
              </a:rPr>
              <a:t>, </a:t>
            </a:r>
            <a:r>
              <a:rPr lang="vi-VN" sz="1600" dirty="0" err="1">
                <a:latin typeface="Candara" panose="020E0502030303020204" pitchFamily="34" charset="0"/>
              </a:rPr>
              <a:t>Canva</a:t>
            </a:r>
            <a:endParaRPr sz="1600" dirty="0">
              <a:latin typeface="Candara" panose="020E0502030303020204" pitchFamily="34" charset="0"/>
            </a:endParaRPr>
          </a:p>
        </p:txBody>
      </p:sp>
      <p:cxnSp>
        <p:nvCxnSpPr>
          <p:cNvPr id="192" name="Google Shape;192;p32">
            <a:extLst>
              <a:ext uri="{FF2B5EF4-FFF2-40B4-BE49-F238E27FC236}">
                <a16:creationId xmlns:a16="http://schemas.microsoft.com/office/drawing/2014/main" id="{A6EAB86D-C8DA-9C1C-6859-2BD995C355DE}"/>
              </a:ext>
            </a:extLst>
          </p:cNvPr>
          <p:cNvCxnSpPr>
            <a:cxnSpLocks/>
          </p:cNvCxnSpPr>
          <p:nvPr/>
        </p:nvCxnSpPr>
        <p:spPr>
          <a:xfrm>
            <a:off x="4241409" y="954942"/>
            <a:ext cx="110028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181;p31">
            <a:extLst>
              <a:ext uri="{FF2B5EF4-FFF2-40B4-BE49-F238E27FC236}">
                <a16:creationId xmlns:a16="http://schemas.microsoft.com/office/drawing/2014/main" id="{505B1959-9850-2397-D42A-FD97F9A69C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0159" y="227425"/>
            <a:ext cx="3024320" cy="6343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b="1" dirty="0" err="1">
                <a:latin typeface="Candara" panose="020E0502030303020204" pitchFamily="34" charset="0"/>
              </a:rPr>
              <a:t>Thiết</a:t>
            </a:r>
            <a:r>
              <a:rPr lang="en-US" sz="3200" b="1" dirty="0">
                <a:latin typeface="Candara" panose="020E0502030303020204" pitchFamily="34" charset="0"/>
              </a:rPr>
              <a:t> </a:t>
            </a:r>
            <a:r>
              <a:rPr lang="en-US" sz="3200" b="1" dirty="0" err="1">
                <a:latin typeface="Candara" panose="020E0502030303020204" pitchFamily="34" charset="0"/>
              </a:rPr>
              <a:t>kế</a:t>
            </a:r>
            <a:r>
              <a:rPr lang="en-US" sz="3200" b="1" dirty="0">
                <a:latin typeface="Candara" panose="020E0502030303020204" pitchFamily="34" charset="0"/>
              </a:rPr>
              <a:t> Figma</a:t>
            </a:r>
          </a:p>
        </p:txBody>
      </p:sp>
      <p:sp>
        <p:nvSpPr>
          <p:cNvPr id="5" name="Google Shape;182;p31">
            <a:extLst>
              <a:ext uri="{FF2B5EF4-FFF2-40B4-BE49-F238E27FC236}">
                <a16:creationId xmlns:a16="http://schemas.microsoft.com/office/drawing/2014/main" id="{9A9EDD5E-5B53-5034-E103-3237D5A8E3DC}"/>
              </a:ext>
            </a:extLst>
          </p:cNvPr>
          <p:cNvSpPr txBox="1">
            <a:spLocks/>
          </p:cNvSpPr>
          <p:nvPr/>
        </p:nvSpPr>
        <p:spPr>
          <a:xfrm>
            <a:off x="713224" y="227425"/>
            <a:ext cx="566935" cy="634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rtl="0">
              <a:buClrTx/>
              <a:buFontTx/>
            </a:pPr>
            <a:r>
              <a:rPr lang="en" sz="2800" b="1" dirty="0">
                <a:solidFill>
                  <a:schemeClr val="tx1"/>
                </a:solidFill>
                <a:latin typeface="Candara" panose="020E0502030303020204" pitchFamily="34" charset="0"/>
              </a:rPr>
              <a:t>03</a:t>
            </a:r>
          </a:p>
        </p:txBody>
      </p:sp>
      <p:sp>
        <p:nvSpPr>
          <p:cNvPr id="6" name="Google Shape;183;p31">
            <a:extLst>
              <a:ext uri="{FF2B5EF4-FFF2-40B4-BE49-F238E27FC236}">
                <a16:creationId xmlns:a16="http://schemas.microsoft.com/office/drawing/2014/main" id="{666545D3-E1B5-EF01-0A13-7472D6BAA9B5}"/>
              </a:ext>
            </a:extLst>
          </p:cNvPr>
          <p:cNvSpPr txBox="1">
            <a:spLocks/>
          </p:cNvSpPr>
          <p:nvPr/>
        </p:nvSpPr>
        <p:spPr>
          <a:xfrm>
            <a:off x="713225" y="771175"/>
            <a:ext cx="3943181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lvl="0" indent="0">
              <a:buNone/>
            </a:pPr>
            <a:r>
              <a:rPr lang="en-US" i="1" dirty="0" err="1">
                <a:latin typeface="Candara" panose="020E0502030303020204" pitchFamily="34" charset="0"/>
              </a:rPr>
              <a:t>Tạo</a:t>
            </a:r>
            <a:r>
              <a:rPr lang="en-US" i="1" dirty="0">
                <a:latin typeface="Candara" panose="020E0502030303020204" pitchFamily="34" charset="0"/>
              </a:rPr>
              <a:t> wireframe </a:t>
            </a:r>
            <a:r>
              <a:rPr lang="en-US" i="1" dirty="0" err="1">
                <a:latin typeface="Candara" panose="020E0502030303020204" pitchFamily="34" charset="0"/>
              </a:rPr>
              <a:t>và</a:t>
            </a:r>
            <a:r>
              <a:rPr lang="en-US" i="1" dirty="0">
                <a:latin typeface="Candara" panose="020E0502030303020204" pitchFamily="34" charset="0"/>
              </a:rPr>
              <a:t> mockup </a:t>
            </a:r>
            <a:r>
              <a:rPr lang="en-US" i="1" dirty="0" err="1">
                <a:latin typeface="Candara" panose="020E0502030303020204" pitchFamily="34" charset="0"/>
              </a:rPr>
              <a:t>giao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diện</a:t>
            </a:r>
            <a:r>
              <a:rPr lang="en-US" i="1" dirty="0">
                <a:latin typeface="Candara" panose="020E0502030303020204" pitchFamily="34" charset="0"/>
              </a:rPr>
              <a:t>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C681954-CA63-A0EC-F2DB-BD813E8DB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1" y="41478"/>
            <a:ext cx="1214025" cy="307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805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1F7C9624-151E-53B1-CBE0-28F1FCD7C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>
            <a:extLst>
              <a:ext uri="{FF2B5EF4-FFF2-40B4-BE49-F238E27FC236}">
                <a16:creationId xmlns:a16="http://schemas.microsoft.com/office/drawing/2014/main" id="{92AB20E8-3FB0-3BD2-6AF5-1296CF2C2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3224" y="1343575"/>
            <a:ext cx="5043465" cy="21452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>
                <a:latin typeface="Candara" panose="020E0502030303020204" pitchFamily="34" charset="0"/>
              </a:rPr>
              <a:t>Mã hóa giao diện </a:t>
            </a:r>
            <a:r>
              <a:rPr lang="vi-VN" sz="1600" dirty="0" err="1">
                <a:latin typeface="Candara" panose="020E0502030303020204" pitchFamily="34" charset="0"/>
              </a:rPr>
              <a:t>Figma</a:t>
            </a:r>
            <a:r>
              <a:rPr lang="vi-VN" sz="1600" dirty="0">
                <a:latin typeface="Candara" panose="020E0502030303020204" pitchFamily="34" charset="0"/>
              </a:rPr>
              <a:t> → </a:t>
            </a:r>
            <a:r>
              <a:rPr lang="vi-VN" sz="1600" dirty="0" err="1">
                <a:latin typeface="Candara" panose="020E0502030303020204" pitchFamily="34" charset="0"/>
              </a:rPr>
              <a:t>HTML</a:t>
            </a:r>
            <a:r>
              <a:rPr lang="vi-VN" sz="1600" dirty="0">
                <a:latin typeface="Candara" panose="020E0502030303020204" pitchFamily="34" charset="0"/>
              </a:rPr>
              <a:t>/</a:t>
            </a:r>
            <a:r>
              <a:rPr lang="vi-VN" sz="1600" dirty="0" err="1">
                <a:latin typeface="Candara" panose="020E0502030303020204" pitchFamily="34" charset="0"/>
              </a:rPr>
              <a:t>CSS</a:t>
            </a:r>
            <a:r>
              <a:rPr lang="vi-VN" sz="1600" dirty="0">
                <a:latin typeface="Candara" panose="020E0502030303020204" pitchFamily="34" charset="0"/>
              </a:rPr>
              <a:t> với </a:t>
            </a:r>
            <a:r>
              <a:rPr lang="vi-VN" sz="1600" dirty="0" err="1">
                <a:latin typeface="Candara" panose="020E0502030303020204" pitchFamily="34" charset="0"/>
              </a:rPr>
              <a:t>Bootstrap</a:t>
            </a:r>
            <a:endParaRPr lang="en-US" sz="1600" dirty="0">
              <a:latin typeface="Candara" panose="020E0502030303020204" pitchFamily="3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>
                <a:latin typeface="Candara" panose="020E0502030303020204" pitchFamily="34" charset="0"/>
              </a:rPr>
              <a:t>Giao diện </a:t>
            </a:r>
            <a:r>
              <a:rPr lang="vi-VN" sz="1600" dirty="0" err="1">
                <a:latin typeface="Candara" panose="020E0502030303020204" pitchFamily="34" charset="0"/>
              </a:rPr>
              <a:t>responsive</a:t>
            </a:r>
            <a:r>
              <a:rPr lang="vi-VN" sz="1600" dirty="0">
                <a:latin typeface="Candara" panose="020E0502030303020204" pitchFamily="34" charset="0"/>
              </a:rPr>
              <a:t>, hoạt động tốt trên mọi thiết bị</a:t>
            </a:r>
            <a:r>
              <a:rPr lang="en-US" sz="1600" dirty="0">
                <a:latin typeface="Candara" panose="020E0502030303020204" pitchFamily="34" charset="0"/>
              </a:rPr>
              <a:t>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>
                <a:latin typeface="Candara" panose="020E0502030303020204" pitchFamily="34" charset="0"/>
              </a:rPr>
              <a:t>Tối ưu hiệu suất tải trang</a:t>
            </a:r>
            <a:r>
              <a:rPr lang="en-US" sz="1600" dirty="0">
                <a:latin typeface="Candara" panose="020E0502030303020204" pitchFamily="34" charset="0"/>
              </a:rPr>
              <a:t>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>
                <a:latin typeface="Candara" panose="020E0502030303020204" pitchFamily="34" charset="0"/>
              </a:rPr>
              <a:t>Giữ nguyên phong cách thiết kế và trải nghiệm ban đầu</a:t>
            </a:r>
            <a:r>
              <a:rPr lang="en-US" sz="1600" dirty="0">
                <a:latin typeface="Candara" panose="020E0502030303020204" pitchFamily="34" charset="0"/>
              </a:rPr>
              <a:t>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None/>
            </a:pPr>
            <a:r>
              <a:rPr lang="en-US" sz="1600" dirty="0">
                <a:latin typeface="Candara" panose="020E0502030303020204" pitchFamily="34" charset="0"/>
              </a:rPr>
              <a:t>       (</a:t>
            </a:r>
            <a:r>
              <a:rPr lang="en-US" sz="1600" dirty="0" err="1">
                <a:latin typeface="Candara" panose="020E0502030303020204" pitchFamily="34" charset="0"/>
              </a:rPr>
              <a:t>Chỉ</a:t>
            </a:r>
            <a:r>
              <a:rPr lang="en-US" sz="1600" dirty="0">
                <a:latin typeface="Candara" panose="020E0502030303020204" pitchFamily="34" charset="0"/>
              </a:rPr>
              <a:t> </a:t>
            </a:r>
            <a:r>
              <a:rPr lang="en-US" sz="1600" dirty="0" err="1">
                <a:latin typeface="Candara" panose="020E0502030303020204" pitchFamily="34" charset="0"/>
              </a:rPr>
              <a:t>thay</a:t>
            </a:r>
            <a:r>
              <a:rPr lang="en-US" sz="1600" dirty="0">
                <a:latin typeface="Candara" panose="020E0502030303020204" pitchFamily="34" charset="0"/>
              </a:rPr>
              <a:t> </a:t>
            </a:r>
            <a:r>
              <a:rPr lang="en-US" sz="1600" dirty="0" err="1">
                <a:latin typeface="Candara" panose="020E0502030303020204" pitchFamily="34" charset="0"/>
              </a:rPr>
              <a:t>đổi</a:t>
            </a:r>
            <a:r>
              <a:rPr lang="en-US" sz="1600" dirty="0">
                <a:latin typeface="Candara" panose="020E0502030303020204" pitchFamily="34" charset="0"/>
              </a:rPr>
              <a:t> </a:t>
            </a:r>
            <a:r>
              <a:rPr lang="en-US" sz="1600" dirty="0" err="1">
                <a:latin typeface="Candara" panose="020E0502030303020204" pitchFamily="34" charset="0"/>
              </a:rPr>
              <a:t>về</a:t>
            </a:r>
            <a:r>
              <a:rPr lang="en-US" sz="1600" dirty="0">
                <a:latin typeface="Candara" panose="020E0502030303020204" pitchFamily="34" charset="0"/>
              </a:rPr>
              <a:t> logo </a:t>
            </a:r>
            <a:r>
              <a:rPr lang="en-US" sz="1600" dirty="0" err="1">
                <a:latin typeface="Candara" panose="020E0502030303020204" pitchFamily="34" charset="0"/>
              </a:rPr>
              <a:t>bản</a:t>
            </a:r>
            <a:r>
              <a:rPr lang="en-US" sz="1600" dirty="0">
                <a:latin typeface="Candara" panose="020E0502030303020204" pitchFamily="34" charset="0"/>
              </a:rPr>
              <a:t> </a:t>
            </a:r>
            <a:r>
              <a:rPr lang="en-US" sz="1600" dirty="0" err="1">
                <a:latin typeface="Candara" panose="020E0502030303020204" pitchFamily="34" charset="0"/>
              </a:rPr>
              <a:t>quyền</a:t>
            </a:r>
            <a:r>
              <a:rPr lang="en-US" sz="1600" dirty="0">
                <a:latin typeface="Candara" panose="020E0502030303020204" pitchFamily="34" charset="0"/>
              </a:rPr>
              <a:t>)</a:t>
            </a:r>
            <a:endParaRPr sz="1600" dirty="0">
              <a:latin typeface="Candara" panose="020E0502030303020204" pitchFamily="34" charset="0"/>
            </a:endParaRPr>
          </a:p>
        </p:txBody>
      </p:sp>
      <p:cxnSp>
        <p:nvCxnSpPr>
          <p:cNvPr id="192" name="Google Shape;192;p32">
            <a:extLst>
              <a:ext uri="{FF2B5EF4-FFF2-40B4-BE49-F238E27FC236}">
                <a16:creationId xmlns:a16="http://schemas.microsoft.com/office/drawing/2014/main" id="{FDFA0152-63F0-286F-EE6C-31FA0FD33A03}"/>
              </a:ext>
            </a:extLst>
          </p:cNvPr>
          <p:cNvCxnSpPr>
            <a:cxnSpLocks/>
          </p:cNvCxnSpPr>
          <p:nvPr/>
        </p:nvCxnSpPr>
        <p:spPr>
          <a:xfrm>
            <a:off x="4494627" y="990111"/>
            <a:ext cx="110028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181;p31">
            <a:extLst>
              <a:ext uri="{FF2B5EF4-FFF2-40B4-BE49-F238E27FC236}">
                <a16:creationId xmlns:a16="http://schemas.microsoft.com/office/drawing/2014/main" id="{F8933F9B-FF0C-DCB6-8A26-8B7AFA2426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0159" y="227425"/>
            <a:ext cx="3538026" cy="6343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3200" b="1" dirty="0" err="1">
                <a:latin typeface="Candara" panose="020E0502030303020204" pitchFamily="34" charset="0"/>
              </a:rPr>
              <a:t>Thiết</a:t>
            </a:r>
            <a:r>
              <a:rPr lang="en-US" sz="3200" b="1" dirty="0">
                <a:latin typeface="Candara" panose="020E0502030303020204" pitchFamily="34" charset="0"/>
              </a:rPr>
              <a:t> </a:t>
            </a:r>
            <a:r>
              <a:rPr lang="en-US" sz="3200" b="1" dirty="0" err="1">
                <a:latin typeface="Candara" panose="020E0502030303020204" pitchFamily="34" charset="0"/>
              </a:rPr>
              <a:t>kế</a:t>
            </a:r>
            <a:r>
              <a:rPr lang="en-US" sz="3200" b="1" dirty="0">
                <a:latin typeface="Candara" panose="020E0502030303020204" pitchFamily="34" charset="0"/>
              </a:rPr>
              <a:t> Bootstrap</a:t>
            </a:r>
          </a:p>
        </p:txBody>
      </p:sp>
      <p:sp>
        <p:nvSpPr>
          <p:cNvPr id="5" name="Google Shape;182;p31">
            <a:extLst>
              <a:ext uri="{FF2B5EF4-FFF2-40B4-BE49-F238E27FC236}">
                <a16:creationId xmlns:a16="http://schemas.microsoft.com/office/drawing/2014/main" id="{499A7695-109F-70C0-0EB0-8A0E24E4DA9A}"/>
              </a:ext>
            </a:extLst>
          </p:cNvPr>
          <p:cNvSpPr txBox="1">
            <a:spLocks/>
          </p:cNvSpPr>
          <p:nvPr/>
        </p:nvSpPr>
        <p:spPr>
          <a:xfrm>
            <a:off x="713224" y="227425"/>
            <a:ext cx="566935" cy="634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rtl="0">
              <a:buClrTx/>
              <a:buFontTx/>
            </a:pPr>
            <a:r>
              <a:rPr lang="en" sz="2800" b="1" dirty="0">
                <a:solidFill>
                  <a:schemeClr val="tx1"/>
                </a:solidFill>
                <a:latin typeface="Candara" panose="020E0502030303020204" pitchFamily="34" charset="0"/>
              </a:rPr>
              <a:t>04</a:t>
            </a:r>
          </a:p>
        </p:txBody>
      </p:sp>
      <p:sp>
        <p:nvSpPr>
          <p:cNvPr id="6" name="Google Shape;183;p31">
            <a:extLst>
              <a:ext uri="{FF2B5EF4-FFF2-40B4-BE49-F238E27FC236}">
                <a16:creationId xmlns:a16="http://schemas.microsoft.com/office/drawing/2014/main" id="{FD0A8E16-0176-5727-8A43-97552224C703}"/>
              </a:ext>
            </a:extLst>
          </p:cNvPr>
          <p:cNvSpPr txBox="1">
            <a:spLocks/>
          </p:cNvSpPr>
          <p:nvPr/>
        </p:nvSpPr>
        <p:spPr>
          <a:xfrm>
            <a:off x="713225" y="771175"/>
            <a:ext cx="3943181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lvl="0" indent="0">
              <a:buNone/>
            </a:pPr>
            <a:r>
              <a:rPr lang="en-US" i="1" dirty="0" err="1">
                <a:latin typeface="Candara" panose="020E0502030303020204" pitchFamily="34" charset="0"/>
              </a:rPr>
              <a:t>Mã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hóa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giao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diện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bằng</a:t>
            </a:r>
            <a:r>
              <a:rPr lang="en-US" i="1" dirty="0">
                <a:latin typeface="Candara" panose="020E0502030303020204" pitchFamily="34" charset="0"/>
              </a:rPr>
              <a:t> HTML/CSS </a:t>
            </a:r>
            <a:r>
              <a:rPr lang="en-US" i="1" dirty="0" err="1">
                <a:latin typeface="Candara" panose="020E0502030303020204" pitchFamily="34" charset="0"/>
              </a:rPr>
              <a:t>với</a:t>
            </a:r>
            <a:r>
              <a:rPr lang="en-US" i="1" dirty="0">
                <a:latin typeface="Candara" panose="020E0502030303020204" pitchFamily="34" charset="0"/>
              </a:rPr>
              <a:t> Bootstrap.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6896E1-6914-8272-5DC3-46600B01F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312" y="227425"/>
            <a:ext cx="2719306" cy="14425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76A382-9136-D86A-029E-3909EB5F2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4990" y="3488036"/>
            <a:ext cx="2719306" cy="14433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3F633F6-3E96-7743-A5EB-60A0525C92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4989" y="1853152"/>
            <a:ext cx="2719306" cy="144255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77235B9E-3F26-23DD-11D9-30F4E6AB1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1" y="41478"/>
            <a:ext cx="1214025" cy="307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031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5E8E2303-0B8F-DDBB-C0D8-310F5F3A1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3745CF-3C5D-3A2F-4156-0D5F83F3F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954" y="1820918"/>
            <a:ext cx="2748341" cy="1986236"/>
          </a:xfrm>
          <a:prstGeom prst="rect">
            <a:avLst/>
          </a:prstGeom>
        </p:spPr>
      </p:pic>
      <p:sp>
        <p:nvSpPr>
          <p:cNvPr id="189" name="Google Shape;189;p32">
            <a:extLst>
              <a:ext uri="{FF2B5EF4-FFF2-40B4-BE49-F238E27FC236}">
                <a16:creationId xmlns:a16="http://schemas.microsoft.com/office/drawing/2014/main" id="{B3535CC7-9377-8F9F-B2B1-F32F42D05D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3224" y="1343575"/>
            <a:ext cx="5043465" cy="21452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>
                <a:latin typeface="Candara" panose="020E0502030303020204" pitchFamily="34" charset="0"/>
              </a:rPr>
              <a:t>Xem và lọc sản phẩm</a:t>
            </a:r>
            <a:r>
              <a:rPr lang="en-US" sz="1600" dirty="0">
                <a:latin typeface="Candara" panose="020E0502030303020204" pitchFamily="34" charset="0"/>
              </a:rPr>
              <a:t>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>
                <a:latin typeface="Candara" panose="020E0502030303020204" pitchFamily="34" charset="0"/>
              </a:rPr>
              <a:t>Thêm vào giỏ hàng / Mua ngay</a:t>
            </a:r>
            <a:r>
              <a:rPr lang="en-US" sz="1600" dirty="0">
                <a:latin typeface="Candara" panose="020E0502030303020204" pitchFamily="34" charset="0"/>
              </a:rPr>
              <a:t>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>
                <a:latin typeface="Candara" panose="020E0502030303020204" pitchFamily="34" charset="0"/>
              </a:rPr>
              <a:t>Đăng nhập / Quản lý tài khoản</a:t>
            </a:r>
            <a:r>
              <a:rPr lang="en-US" sz="1600" dirty="0">
                <a:latin typeface="Candara" panose="020E0502030303020204" pitchFamily="34" charset="0"/>
              </a:rPr>
              <a:t>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>
                <a:latin typeface="Candara" panose="020E0502030303020204" pitchFamily="34" charset="0"/>
              </a:rPr>
              <a:t>Gợi ý sản phẩm, nhãn giảm giá</a:t>
            </a:r>
            <a:r>
              <a:rPr lang="en-US" sz="1600" dirty="0">
                <a:latin typeface="Candara" panose="020E0502030303020204" pitchFamily="34" charset="0"/>
              </a:rPr>
              <a:t>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>
                <a:latin typeface="Candara" panose="020E0502030303020204" pitchFamily="34" charset="0"/>
              </a:rPr>
              <a:t>Trải nghiệm mua sắm đơn giản, nhanh chóng</a:t>
            </a:r>
            <a:endParaRPr sz="1600" dirty="0">
              <a:latin typeface="Candara" panose="020E0502030303020204" pitchFamily="34" charset="0"/>
            </a:endParaRPr>
          </a:p>
        </p:txBody>
      </p:sp>
      <p:cxnSp>
        <p:nvCxnSpPr>
          <p:cNvPr id="192" name="Google Shape;192;p32">
            <a:extLst>
              <a:ext uri="{FF2B5EF4-FFF2-40B4-BE49-F238E27FC236}">
                <a16:creationId xmlns:a16="http://schemas.microsoft.com/office/drawing/2014/main" id="{874501F7-5735-7276-0AC8-B01E3B5EB414}"/>
              </a:ext>
            </a:extLst>
          </p:cNvPr>
          <p:cNvCxnSpPr>
            <a:cxnSpLocks/>
          </p:cNvCxnSpPr>
          <p:nvPr/>
        </p:nvCxnSpPr>
        <p:spPr>
          <a:xfrm>
            <a:off x="4494627" y="990111"/>
            <a:ext cx="110028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181;p31">
            <a:extLst>
              <a:ext uri="{FF2B5EF4-FFF2-40B4-BE49-F238E27FC236}">
                <a16:creationId xmlns:a16="http://schemas.microsoft.com/office/drawing/2014/main" id="{1D8221E6-0CFB-2903-5ABE-D03100A037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0158" y="227425"/>
            <a:ext cx="4476531" cy="6343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2800" b="1" dirty="0">
                <a:latin typeface="Candara" panose="020E0502030303020204" pitchFamily="34" charset="0"/>
              </a:rPr>
              <a:t>Các </a:t>
            </a:r>
            <a:r>
              <a:rPr lang="en-US" sz="2800" b="1" dirty="0" err="1">
                <a:latin typeface="Candara" panose="020E0502030303020204" pitchFamily="34" charset="0"/>
              </a:rPr>
              <a:t>chức</a:t>
            </a:r>
            <a:r>
              <a:rPr lang="en-US" sz="2800" b="1" dirty="0">
                <a:latin typeface="Candara" panose="020E0502030303020204" pitchFamily="34" charset="0"/>
              </a:rPr>
              <a:t> </a:t>
            </a:r>
            <a:r>
              <a:rPr lang="en-US" sz="2800" b="1" dirty="0" err="1">
                <a:latin typeface="Candara" panose="020E0502030303020204" pitchFamily="34" charset="0"/>
              </a:rPr>
              <a:t>năng</a:t>
            </a:r>
            <a:r>
              <a:rPr lang="en-US" sz="2800" b="1" dirty="0">
                <a:latin typeface="Candara" panose="020E0502030303020204" pitchFamily="34" charset="0"/>
              </a:rPr>
              <a:t> </a:t>
            </a:r>
            <a:r>
              <a:rPr lang="en-US" sz="2800" b="1" dirty="0" err="1">
                <a:latin typeface="Candara" panose="020E0502030303020204" pitchFamily="34" charset="0"/>
              </a:rPr>
              <a:t>của</a:t>
            </a:r>
            <a:r>
              <a:rPr lang="en-US" sz="2800" b="1" dirty="0">
                <a:latin typeface="Candara" panose="020E0502030303020204" pitchFamily="34" charset="0"/>
              </a:rPr>
              <a:t> website</a:t>
            </a:r>
          </a:p>
        </p:txBody>
      </p:sp>
      <p:sp>
        <p:nvSpPr>
          <p:cNvPr id="5" name="Google Shape;182;p31">
            <a:extLst>
              <a:ext uri="{FF2B5EF4-FFF2-40B4-BE49-F238E27FC236}">
                <a16:creationId xmlns:a16="http://schemas.microsoft.com/office/drawing/2014/main" id="{20741ED8-1B30-D5D4-07BE-1BFD614B4B65}"/>
              </a:ext>
            </a:extLst>
          </p:cNvPr>
          <p:cNvSpPr txBox="1">
            <a:spLocks/>
          </p:cNvSpPr>
          <p:nvPr/>
        </p:nvSpPr>
        <p:spPr>
          <a:xfrm>
            <a:off x="713224" y="227425"/>
            <a:ext cx="566935" cy="634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rtl="0">
              <a:buClrTx/>
              <a:buFontTx/>
            </a:pPr>
            <a:r>
              <a:rPr lang="en" sz="2800" b="1" dirty="0">
                <a:solidFill>
                  <a:schemeClr val="tx1"/>
                </a:solidFill>
                <a:latin typeface="Candara" panose="020E0502030303020204" pitchFamily="34" charset="0"/>
              </a:rPr>
              <a:t>05</a:t>
            </a:r>
          </a:p>
        </p:txBody>
      </p:sp>
      <p:sp>
        <p:nvSpPr>
          <p:cNvPr id="6" name="Google Shape;183;p31">
            <a:extLst>
              <a:ext uri="{FF2B5EF4-FFF2-40B4-BE49-F238E27FC236}">
                <a16:creationId xmlns:a16="http://schemas.microsoft.com/office/drawing/2014/main" id="{F16E42EC-2CD8-D0A4-D839-7FD3D9F1F632}"/>
              </a:ext>
            </a:extLst>
          </p:cNvPr>
          <p:cNvSpPr txBox="1">
            <a:spLocks/>
          </p:cNvSpPr>
          <p:nvPr/>
        </p:nvSpPr>
        <p:spPr>
          <a:xfrm>
            <a:off x="713225" y="771175"/>
            <a:ext cx="3943181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lvl="0" indent="0">
              <a:buNone/>
            </a:pPr>
            <a:r>
              <a:rPr lang="en-US" i="1" dirty="0">
                <a:latin typeface="Candara" panose="020E0502030303020204" pitchFamily="34" charset="0"/>
              </a:rPr>
              <a:t>Xem, </a:t>
            </a:r>
            <a:r>
              <a:rPr lang="en-US" i="1" dirty="0" err="1">
                <a:latin typeface="Candara" panose="020E0502030303020204" pitchFamily="34" charset="0"/>
              </a:rPr>
              <a:t>lọc</a:t>
            </a:r>
            <a:r>
              <a:rPr lang="en-US" i="1" dirty="0">
                <a:latin typeface="Candara" panose="020E0502030303020204" pitchFamily="34" charset="0"/>
              </a:rPr>
              <a:t>, </a:t>
            </a:r>
            <a:r>
              <a:rPr lang="en-US" i="1" dirty="0" err="1">
                <a:latin typeface="Candara" panose="020E0502030303020204" pitchFamily="34" charset="0"/>
              </a:rPr>
              <a:t>mua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sản</a:t>
            </a:r>
            <a:r>
              <a:rPr lang="en-US" i="1" dirty="0">
                <a:latin typeface="Candara" panose="020E0502030303020204" pitchFamily="34" charset="0"/>
              </a:rPr>
              <a:t> </a:t>
            </a:r>
            <a:r>
              <a:rPr lang="en-US" i="1" dirty="0" err="1">
                <a:latin typeface="Candara" panose="020E0502030303020204" pitchFamily="34" charset="0"/>
              </a:rPr>
              <a:t>phẩm</a:t>
            </a:r>
            <a:r>
              <a:rPr lang="en-US" i="1" dirty="0">
                <a:latin typeface="Candara" panose="020E0502030303020204" pitchFamily="34" charset="0"/>
              </a:rPr>
              <a:t>,…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9AF6A2-5ABC-8688-BF84-A722D0914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270" y="227425"/>
            <a:ext cx="2754348" cy="11723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00AF8D-A571-B78C-2EF0-7AB0ACAFE3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7484" b="96854"/>
          <a:stretch>
            <a:fillRect/>
          </a:stretch>
        </p:blipFill>
        <p:spPr>
          <a:xfrm>
            <a:off x="6029947" y="4228342"/>
            <a:ext cx="2754348" cy="70299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9065DE38-AFC6-D6FF-BB4A-D9690A3F2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1" y="41478"/>
            <a:ext cx="1214025" cy="307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736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C20FBF22-84D4-47CD-C7B1-27E2B2A19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B58229-AC8D-4624-DF60-9321C8F09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738" y="784401"/>
            <a:ext cx="3232375" cy="3995015"/>
          </a:xfrm>
          <a:prstGeom prst="rect">
            <a:avLst/>
          </a:prstGeom>
        </p:spPr>
      </p:pic>
      <p:sp>
        <p:nvSpPr>
          <p:cNvPr id="189" name="Google Shape;189;p32">
            <a:extLst>
              <a:ext uri="{FF2B5EF4-FFF2-40B4-BE49-F238E27FC236}">
                <a16:creationId xmlns:a16="http://schemas.microsoft.com/office/drawing/2014/main" id="{9F1C28E2-610F-0125-8CA7-46726C555B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3224" y="861773"/>
            <a:ext cx="3143085" cy="26868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 err="1">
                <a:latin typeface="Candara" panose="020E0502030303020204" pitchFamily="34" charset="0"/>
              </a:rPr>
              <a:t>Github</a:t>
            </a:r>
            <a:r>
              <a:rPr lang="en-US" dirty="0">
                <a:latin typeface="Candara" panose="020E0502030303020204" pitchFamily="34" charset="0"/>
              </a:rPr>
              <a:t> Repository: </a:t>
            </a:r>
            <a:r>
              <a:rPr lang="en-US" b="1" dirty="0" err="1">
                <a:latin typeface="Candara" panose="020E0502030303020204" pitchFamily="34" charset="0"/>
                <a:hlinkClick r:id="rId4"/>
              </a:rPr>
              <a:t>HuyVoTran</a:t>
            </a:r>
            <a:r>
              <a:rPr lang="en-US" b="1" dirty="0">
                <a:latin typeface="Candara" panose="020E0502030303020204" pitchFamily="34" charset="0"/>
                <a:hlinkClick r:id="rId4"/>
              </a:rPr>
              <a:t>/User-Interface-Design</a:t>
            </a:r>
            <a:endParaRPr lang="en-US" b="1" dirty="0">
              <a:latin typeface="Candara" panose="020E050203030302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endParaRPr lang="en-US" b="1" dirty="0">
              <a:latin typeface="Candara" panose="020E0502030303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None/>
            </a:pPr>
            <a:r>
              <a:rPr lang="en-US" b="1" dirty="0">
                <a:latin typeface="Candara" panose="020E0502030303020204" pitchFamily="34" charset="0"/>
              </a:rPr>
              <a:t>Hosting:</a:t>
            </a:r>
          </a:p>
          <a:p>
            <a:pPr marL="0" lvl="0" indent="0">
              <a:buClr>
                <a:schemeClr val="bg2"/>
              </a:buClr>
              <a:buSzPct val="150000"/>
              <a:buNone/>
            </a:pPr>
            <a:r>
              <a:rPr lang="en-US" dirty="0">
                <a:latin typeface="Candara" panose="020E0502030303020204" pitchFamily="34" charset="0"/>
              </a:rPr>
              <a:t>Netlify: </a:t>
            </a:r>
            <a:r>
              <a:rPr lang="en-US" b="1" dirty="0">
                <a:latin typeface="Candara" panose="020E0502030303020204" pitchFamily="34" charset="0"/>
                <a:hlinkClick r:id="rId5"/>
              </a:rPr>
              <a:t>Trang </a:t>
            </a:r>
            <a:r>
              <a:rPr lang="en-US" b="1" dirty="0" err="1">
                <a:latin typeface="Candara" panose="020E0502030303020204" pitchFamily="34" charset="0"/>
                <a:hlinkClick r:id="rId5"/>
              </a:rPr>
              <a:t>chủ</a:t>
            </a:r>
            <a:r>
              <a:rPr lang="en-US" dirty="0">
                <a:latin typeface="Candara" panose="020E0502030303020204" pitchFamily="34" charset="0"/>
              </a:rPr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None/>
            </a:pPr>
            <a:r>
              <a:rPr lang="en-US" dirty="0" err="1">
                <a:latin typeface="Candara" panose="020E0502030303020204" pitchFamily="34" charset="0"/>
              </a:rPr>
              <a:t>Github</a:t>
            </a:r>
            <a:r>
              <a:rPr lang="en-US" dirty="0">
                <a:latin typeface="Candara" panose="020E0502030303020204" pitchFamily="34" charset="0"/>
              </a:rPr>
              <a:t> Pages: </a:t>
            </a:r>
            <a:r>
              <a:rPr lang="en-US" b="1" dirty="0">
                <a:latin typeface="Candara" panose="020E0502030303020204" pitchFamily="34" charset="0"/>
                <a:hlinkClick r:id="rId6"/>
              </a:rPr>
              <a:t>Trang </a:t>
            </a:r>
            <a:r>
              <a:rPr lang="en-US" b="1" dirty="0" err="1">
                <a:latin typeface="Candara" panose="020E0502030303020204" pitchFamily="34" charset="0"/>
                <a:hlinkClick r:id="rId6"/>
              </a:rPr>
              <a:t>chủ</a:t>
            </a:r>
            <a:endParaRPr b="1" dirty="0">
              <a:latin typeface="Candara" panose="020E0502030303020204" pitchFamily="34" charset="0"/>
            </a:endParaRPr>
          </a:p>
        </p:txBody>
      </p:sp>
      <p:cxnSp>
        <p:nvCxnSpPr>
          <p:cNvPr id="192" name="Google Shape;192;p32">
            <a:extLst>
              <a:ext uri="{FF2B5EF4-FFF2-40B4-BE49-F238E27FC236}">
                <a16:creationId xmlns:a16="http://schemas.microsoft.com/office/drawing/2014/main" id="{C303139E-D397-088F-B646-AA200787B09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400801" y="544599"/>
            <a:ext cx="128719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181;p31">
            <a:extLst>
              <a:ext uri="{FF2B5EF4-FFF2-40B4-BE49-F238E27FC236}">
                <a16:creationId xmlns:a16="http://schemas.microsoft.com/office/drawing/2014/main" id="{A5F0650F-FAD0-DA7B-8DB5-F1A8034457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0" y="227425"/>
            <a:ext cx="3657601" cy="6343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2800" b="1" dirty="0">
                <a:solidFill>
                  <a:schemeClr val="tx1"/>
                </a:solidFill>
                <a:latin typeface="Candara" panose="020E0502030303020204" pitchFamily="34" charset="0"/>
              </a:rPr>
              <a:t>06</a:t>
            </a:r>
            <a:r>
              <a:rPr lang="en" sz="3200" b="1" dirty="0">
                <a:solidFill>
                  <a:schemeClr val="tx1"/>
                </a:solidFill>
                <a:latin typeface="Candara" panose="020E0502030303020204" pitchFamily="34" charset="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Candara" panose="020E0502030303020204" pitchFamily="34" charset="0"/>
              </a:rPr>
              <a:t>Demo website</a:t>
            </a:r>
          </a:p>
        </p:txBody>
      </p:sp>
      <p:cxnSp>
        <p:nvCxnSpPr>
          <p:cNvPr id="7" name="Google Shape;192;p32">
            <a:extLst>
              <a:ext uri="{FF2B5EF4-FFF2-40B4-BE49-F238E27FC236}">
                <a16:creationId xmlns:a16="http://schemas.microsoft.com/office/drawing/2014/main" id="{AA7B66E9-0670-038F-A95B-24ABB71BD5B8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456007" y="544599"/>
            <a:ext cx="128719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0C4F403-D645-0399-648E-8F364649D3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094" y="2901937"/>
            <a:ext cx="4131768" cy="187747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4F7228EF-D0E9-9726-1B7B-A24DFBCFA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1" y="41478"/>
            <a:ext cx="1214025" cy="307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4682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20EC5E85-18C2-2910-8F92-5F5BFA48C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>
            <a:extLst>
              <a:ext uri="{FF2B5EF4-FFF2-40B4-BE49-F238E27FC236}">
                <a16:creationId xmlns:a16="http://schemas.microsoft.com/office/drawing/2014/main" id="{B1270368-7159-6D08-E2F1-DC9E2EF0A1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3224" y="861773"/>
            <a:ext cx="7635951" cy="26868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>
                <a:latin typeface="Candara" panose="020E0502030303020204" pitchFamily="34" charset="0"/>
              </a:rPr>
              <a:t>Hoàn thiện giao diện </a:t>
            </a:r>
            <a:r>
              <a:rPr lang="vi-VN" sz="1600" dirty="0" err="1">
                <a:latin typeface="Candara" panose="020E0502030303020204" pitchFamily="34" charset="0"/>
              </a:rPr>
              <a:t>website</a:t>
            </a:r>
            <a:r>
              <a:rPr lang="vi-VN" sz="1600" dirty="0">
                <a:latin typeface="Candara" panose="020E0502030303020204" pitchFamily="34" charset="0"/>
              </a:rPr>
              <a:t> lấy cảm hứng từ thương hiệu </a:t>
            </a:r>
            <a:r>
              <a:rPr lang="vi-VN" sz="1600" dirty="0" err="1">
                <a:latin typeface="Candara" panose="020E0502030303020204" pitchFamily="34" charset="0"/>
              </a:rPr>
              <a:t>DirtyCoins</a:t>
            </a:r>
            <a:r>
              <a:rPr lang="vi-VN" sz="1600" dirty="0">
                <a:latin typeface="Candara" panose="020E0502030303020204" pitchFamily="34" charset="0"/>
              </a:rPr>
              <a:t>.</a:t>
            </a:r>
            <a:endParaRPr lang="en-US" sz="1600" dirty="0">
              <a:latin typeface="Candara" panose="020E0502030303020204" pitchFamily="3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>
                <a:latin typeface="Candara" panose="020E0502030303020204" pitchFamily="34" charset="0"/>
              </a:rPr>
              <a:t>Bao gồm đầy đủ các trang cơ bản: trang chủ, danh sách sản phẩm, chi tiết sản phẩm, đăng nhập/đăng ký, giỏ hàng và thanh toán.</a:t>
            </a:r>
            <a:endParaRPr lang="en-US" sz="1600" dirty="0">
              <a:latin typeface="Candara" panose="020E0502030303020204" pitchFamily="3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>
                <a:latin typeface="Candara" panose="020E0502030303020204" pitchFamily="34" charset="0"/>
              </a:rPr>
              <a:t>Giao diện thẩm mỹ, đồng nhất phong cách thương hiệu.</a:t>
            </a:r>
            <a:endParaRPr lang="en-US" sz="1600">
              <a:latin typeface="Candara" panose="020E0502030303020204" pitchFamily="3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>
                <a:latin typeface="Candara" panose="020E0502030303020204" pitchFamily="34" charset="0"/>
              </a:rPr>
              <a:t>Phản </a:t>
            </a:r>
            <a:r>
              <a:rPr lang="vi-VN" sz="1600" dirty="0">
                <a:latin typeface="Candara" panose="020E0502030303020204" pitchFamily="34" charset="0"/>
              </a:rPr>
              <a:t>hồi nhanh, tương thích tốt trên cả </a:t>
            </a:r>
            <a:r>
              <a:rPr lang="vi-VN" sz="1600" dirty="0" err="1">
                <a:latin typeface="Candara" panose="020E0502030303020204" pitchFamily="34" charset="0"/>
              </a:rPr>
              <a:t>desktop</a:t>
            </a:r>
            <a:r>
              <a:rPr lang="vi-VN" sz="1600" dirty="0">
                <a:latin typeface="Candara" panose="020E0502030303020204" pitchFamily="34" charset="0"/>
              </a:rPr>
              <a:t> và thiết bị di động.</a:t>
            </a:r>
            <a:endParaRPr lang="en-US" sz="1600" dirty="0">
              <a:latin typeface="Candara" panose="020E0502030303020204" pitchFamily="3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>
                <a:latin typeface="Candara" panose="020E0502030303020204" pitchFamily="34" charset="0"/>
              </a:rPr>
              <a:t>Các chức năng chính (xem sản phẩm, lọc, thêm vào giỏ hàng, quản lý tài khoản) hoạt động đúng yêu cầu.</a:t>
            </a:r>
            <a:endParaRPr lang="en-US" sz="1600" dirty="0">
              <a:latin typeface="Candara" panose="020E0502030303020204" pitchFamily="3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50000"/>
              <a:buFont typeface="Arial" panose="020B0604020202020204" pitchFamily="34" charset="0"/>
              <a:buChar char="•"/>
            </a:pPr>
            <a:r>
              <a:rPr lang="vi-VN" sz="1600" dirty="0" err="1">
                <a:latin typeface="Candara" panose="020E0502030303020204" pitchFamily="34" charset="0"/>
              </a:rPr>
              <a:t>Website</a:t>
            </a:r>
            <a:r>
              <a:rPr lang="vi-VN" sz="1600" dirty="0">
                <a:latin typeface="Candara" panose="020E0502030303020204" pitchFamily="34" charset="0"/>
              </a:rPr>
              <a:t> mẫu vận hành ổn định, có thể mở rộng và phát triển thêm trong tương lai.</a:t>
            </a:r>
            <a:endParaRPr sz="1600" dirty="0">
              <a:latin typeface="Candara" panose="020E0502030303020204" pitchFamily="34" charset="0"/>
            </a:endParaRPr>
          </a:p>
        </p:txBody>
      </p:sp>
      <p:cxnSp>
        <p:nvCxnSpPr>
          <p:cNvPr id="192" name="Google Shape;192;p32">
            <a:extLst>
              <a:ext uri="{FF2B5EF4-FFF2-40B4-BE49-F238E27FC236}">
                <a16:creationId xmlns:a16="http://schemas.microsoft.com/office/drawing/2014/main" id="{34A70CB7-36BA-9A0F-9340-5A1341BF853B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400801" y="544599"/>
            <a:ext cx="128719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181;p31">
            <a:extLst>
              <a:ext uri="{FF2B5EF4-FFF2-40B4-BE49-F238E27FC236}">
                <a16:creationId xmlns:a16="http://schemas.microsoft.com/office/drawing/2014/main" id="{7A67590B-75B3-5D90-2F82-0626A5F68A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0" y="227425"/>
            <a:ext cx="3657601" cy="6343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Candara" panose="020E0502030303020204" pitchFamily="34" charset="0"/>
              </a:rPr>
              <a:t>Kết</a:t>
            </a:r>
            <a:r>
              <a:rPr lang="en-US" sz="2800" b="1" dirty="0">
                <a:solidFill>
                  <a:schemeClr val="tx1"/>
                </a:solidFill>
                <a:latin typeface="Candara" panose="020E0502030303020204" pitchFamily="34" charset="0"/>
              </a:rPr>
              <a:t> Luận</a:t>
            </a:r>
            <a:endParaRPr lang="en-US" sz="3200" b="1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  <p:cxnSp>
        <p:nvCxnSpPr>
          <p:cNvPr id="7" name="Google Shape;192;p32">
            <a:extLst>
              <a:ext uri="{FF2B5EF4-FFF2-40B4-BE49-F238E27FC236}">
                <a16:creationId xmlns:a16="http://schemas.microsoft.com/office/drawing/2014/main" id="{6ADE6618-0DA6-5221-B002-64EE9E9FA521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456007" y="544599"/>
            <a:ext cx="128719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0FB35D51-B0C4-5EA3-83D4-FDE09F80D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1" y="41478"/>
            <a:ext cx="1214025" cy="307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837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9DCC5009-6AA9-0A79-8067-A82C0DF88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>
            <a:extLst>
              <a:ext uri="{FF2B5EF4-FFF2-40B4-BE49-F238E27FC236}">
                <a16:creationId xmlns:a16="http://schemas.microsoft.com/office/drawing/2014/main" id="{08A10E7E-F7F1-48E5-A565-6417D6F2E33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81600" y="1041009"/>
            <a:ext cx="8435791" cy="3418450"/>
          </a:xfrm>
          <a:prstGeom prst="rect">
            <a:avLst/>
          </a:prstGeom>
        </p:spPr>
        <p:txBody>
          <a:bodyPr spcFirstLastPara="1" wrap="square" lIns="91425" tIns="91425" rIns="91425" bIns="91425" numCol="2" spcCol="27432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andara" panose="020E0502030303020204" pitchFamily="34" charset="0"/>
              </a:rPr>
              <a:t>01. </a:t>
            </a:r>
            <a:r>
              <a:rPr lang="vi-VN" sz="1800" b="1" dirty="0" err="1">
                <a:latin typeface="Candara" panose="020E0502030303020204" pitchFamily="34" charset="0"/>
              </a:rPr>
              <a:t>DirtyCoins</a:t>
            </a:r>
            <a:endParaRPr lang="en-US" sz="1800" b="1" dirty="0">
              <a:latin typeface="Candara" panose="020E0502030303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i="1" dirty="0" err="1">
                <a:latin typeface="Candara" panose="020E0502030303020204" pitchFamily="34" charset="0"/>
              </a:rPr>
              <a:t>Website</a:t>
            </a:r>
            <a:r>
              <a:rPr lang="vi-VN" sz="1600" i="1" dirty="0">
                <a:latin typeface="Candara" panose="020E0502030303020204" pitchFamily="34" charset="0"/>
              </a:rPr>
              <a:t> chính thức của thương hiệu: </a:t>
            </a:r>
            <a:r>
              <a:rPr lang="vi-VN" sz="1600" b="1" i="1" dirty="0" err="1">
                <a:latin typeface="Candara" panose="020E0502030303020204" pitchFamily="34" charset="0"/>
                <a:hlinkClick r:id="rId3"/>
              </a:rPr>
              <a:t>dirtycoins.vn</a:t>
            </a:r>
            <a:endParaRPr lang="en-US" sz="1600" b="1" i="1" dirty="0">
              <a:latin typeface="Candara" panose="020E0502030303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 i="1" dirty="0">
              <a:latin typeface="Candara" panose="020E0502030303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andara" panose="020E0502030303020204" pitchFamily="34" charset="0"/>
              </a:rPr>
              <a:t>02. </a:t>
            </a:r>
            <a:r>
              <a:rPr lang="vi-VN" sz="1800" b="1" dirty="0" err="1">
                <a:latin typeface="Candara" panose="020E0502030303020204" pitchFamily="34" charset="0"/>
              </a:rPr>
              <a:t>Figma</a:t>
            </a:r>
            <a:endParaRPr lang="en-US" sz="1800" b="1" dirty="0">
              <a:latin typeface="Candara" panose="020E0502030303020204" pitchFamily="34" charset="0"/>
            </a:endParaRPr>
          </a:p>
          <a:p>
            <a:pPr marL="0" indent="0"/>
            <a:r>
              <a:rPr lang="vi-VN" sz="1600" i="1" dirty="0">
                <a:latin typeface="Candara" panose="020E0502030303020204" pitchFamily="34" charset="0"/>
              </a:rPr>
              <a:t>Tài liệu hướng dẫn thiết kế giao diện </a:t>
            </a:r>
            <a:endParaRPr lang="en-US" sz="1600" i="1" dirty="0">
              <a:latin typeface="Candara" panose="020E0502030303020204" pitchFamily="34" charset="0"/>
            </a:endParaRPr>
          </a:p>
          <a:p>
            <a:pPr marL="0" indent="0"/>
            <a:r>
              <a:rPr lang="vi-VN" sz="1600" i="1" dirty="0">
                <a:latin typeface="Candara" panose="020E0502030303020204" pitchFamily="34" charset="0"/>
              </a:rPr>
              <a:t>người dùng: </a:t>
            </a:r>
            <a:r>
              <a:rPr lang="vi-VN" sz="1600" b="1" i="1" dirty="0" err="1">
                <a:latin typeface="Candara" panose="020E0502030303020204" pitchFamily="34" charset="0"/>
                <a:hlinkClick r:id="rId4"/>
              </a:rPr>
              <a:t>help.figma.com</a:t>
            </a:r>
            <a:endParaRPr lang="en-US" sz="1600" b="1" i="1" dirty="0">
              <a:latin typeface="Candara" panose="020E0502030303020204" pitchFamily="34" charset="0"/>
            </a:endParaRPr>
          </a:p>
          <a:p>
            <a:pPr marL="0" indent="0"/>
            <a:endParaRPr lang="en-US" sz="1600" b="1" i="1" dirty="0">
              <a:latin typeface="Candara" panose="020E0502030303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andara" panose="020E0502030303020204" pitchFamily="34" charset="0"/>
              </a:rPr>
              <a:t>03. </a:t>
            </a:r>
            <a:r>
              <a:rPr lang="vi-VN" sz="1800" b="1" dirty="0" err="1">
                <a:latin typeface="Candara" panose="020E0502030303020204" pitchFamily="34" charset="0"/>
              </a:rPr>
              <a:t>Bootstrap</a:t>
            </a:r>
            <a:br>
              <a:rPr lang="en-US" sz="1800" b="1" dirty="0">
                <a:latin typeface="Candara" panose="020E0502030303020204" pitchFamily="34" charset="0"/>
              </a:rPr>
            </a:br>
            <a:r>
              <a:rPr lang="vi-VN" sz="1600" i="1" dirty="0">
                <a:latin typeface="Candara" panose="020E0502030303020204" pitchFamily="34" charset="0"/>
              </a:rPr>
              <a:t>Hướng dẫn sử dụng </a:t>
            </a:r>
            <a:r>
              <a:rPr lang="vi-VN" sz="1600" i="1" dirty="0" err="1">
                <a:latin typeface="Candara" panose="020E0502030303020204" pitchFamily="34" charset="0"/>
              </a:rPr>
              <a:t>framework</a:t>
            </a:r>
            <a:r>
              <a:rPr lang="vi-VN" sz="1600" i="1" dirty="0">
                <a:latin typeface="Candara" panose="020E0502030303020204" pitchFamily="34" charset="0"/>
              </a:rPr>
              <a:t> </a:t>
            </a:r>
            <a:endParaRPr lang="en-US" sz="1600" i="1" dirty="0">
              <a:latin typeface="Candara" panose="020E0502030303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i="1" dirty="0" err="1">
                <a:latin typeface="Candara" panose="020E0502030303020204" pitchFamily="34" charset="0"/>
              </a:rPr>
              <a:t>Bootstrap</a:t>
            </a:r>
            <a:r>
              <a:rPr lang="vi-VN" sz="1600" i="1" dirty="0">
                <a:latin typeface="Candara" panose="020E0502030303020204" pitchFamily="34" charset="0"/>
              </a:rPr>
              <a:t> 5: </a:t>
            </a:r>
            <a:r>
              <a:rPr lang="vi-VN" sz="1600" b="1" i="1" dirty="0" err="1">
                <a:latin typeface="Candara" panose="020E0502030303020204" pitchFamily="34" charset="0"/>
                <a:hlinkClick r:id="rId5"/>
              </a:rPr>
              <a:t>getbootstrap.com</a:t>
            </a:r>
            <a:endParaRPr lang="en-US" sz="1600" b="1" i="1" dirty="0">
              <a:latin typeface="Candara" panose="020E0502030303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 i="1" dirty="0">
              <a:latin typeface="Candara" panose="020E0502030303020204" pitchFamily="34" charset="0"/>
            </a:endParaRPr>
          </a:p>
          <a:p>
            <a:pPr marL="0" indent="0"/>
            <a:r>
              <a:rPr lang="en-US" b="1" dirty="0">
                <a:latin typeface="Candara" panose="020E0502030303020204" pitchFamily="34" charset="0"/>
              </a:rPr>
              <a:t>04. </a:t>
            </a:r>
            <a:r>
              <a:rPr lang="vi-VN" sz="1800" b="1" dirty="0" err="1">
                <a:latin typeface="Candara" panose="020E0502030303020204" pitchFamily="34" charset="0"/>
              </a:rPr>
              <a:t>Nielsen</a:t>
            </a:r>
            <a:r>
              <a:rPr lang="vi-VN" sz="1800" b="1" dirty="0">
                <a:latin typeface="Candara" panose="020E0502030303020204" pitchFamily="34" charset="0"/>
              </a:rPr>
              <a:t> </a:t>
            </a:r>
            <a:r>
              <a:rPr lang="vi-VN" sz="1800" b="1" dirty="0" err="1">
                <a:latin typeface="Candara" panose="020E0502030303020204" pitchFamily="34" charset="0"/>
              </a:rPr>
              <a:t>Norman</a:t>
            </a:r>
            <a:r>
              <a:rPr lang="vi-VN" sz="1800" b="1" dirty="0">
                <a:latin typeface="Candara" panose="020E0502030303020204" pitchFamily="34" charset="0"/>
              </a:rPr>
              <a:t> </a:t>
            </a:r>
            <a:r>
              <a:rPr lang="vi-VN" sz="1800" b="1" dirty="0" err="1">
                <a:latin typeface="Candara" panose="020E0502030303020204" pitchFamily="34" charset="0"/>
              </a:rPr>
              <a:t>Group</a:t>
            </a:r>
            <a:endParaRPr lang="en-US" sz="1800" b="1" dirty="0">
              <a:latin typeface="Candara" panose="020E0502030303020204" pitchFamily="34" charset="0"/>
            </a:endParaRPr>
          </a:p>
          <a:p>
            <a:pPr marL="0" indent="0"/>
            <a:r>
              <a:rPr lang="vi-VN" sz="1600" i="1" dirty="0">
                <a:latin typeface="Candara" panose="020E0502030303020204" pitchFamily="34" charset="0"/>
              </a:rPr>
              <a:t>Khái niệm và nguyên tắc cơ bản về </a:t>
            </a:r>
            <a:r>
              <a:rPr lang="vi-VN" sz="1600" i="1" dirty="0" err="1">
                <a:latin typeface="Candara" panose="020E0502030303020204" pitchFamily="34" charset="0"/>
              </a:rPr>
              <a:t>UX</a:t>
            </a:r>
            <a:r>
              <a:rPr lang="vi-VN" sz="1600" i="1" dirty="0">
                <a:latin typeface="Candara" panose="020E0502030303020204" pitchFamily="34" charset="0"/>
              </a:rPr>
              <a:t>/UI: </a:t>
            </a:r>
            <a:r>
              <a:rPr lang="vi-VN" sz="1600" b="1" i="1" dirty="0" err="1">
                <a:latin typeface="Candara" panose="020E0502030303020204" pitchFamily="34" charset="0"/>
                <a:hlinkClick r:id="rId6"/>
              </a:rPr>
              <a:t>nngroup.com</a:t>
            </a:r>
            <a:endParaRPr lang="en-US" sz="1600" b="1" i="1" dirty="0">
              <a:latin typeface="Candara" panose="020E0502030303020204" pitchFamily="34" charset="0"/>
            </a:endParaRPr>
          </a:p>
          <a:p>
            <a:pPr marL="0" indent="0"/>
            <a:endParaRPr lang="en-US" sz="1600" b="1" i="1" dirty="0">
              <a:latin typeface="Candara" panose="020E0502030303020204" pitchFamily="3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andara" panose="020E0502030303020204" pitchFamily="34" charset="0"/>
              </a:rPr>
              <a:t>05. </a:t>
            </a:r>
            <a:r>
              <a:rPr lang="en-US" sz="1800" b="1" dirty="0" err="1">
                <a:latin typeface="Candara" panose="020E0502030303020204" pitchFamily="34" charset="0"/>
              </a:rPr>
              <a:t>MDN</a:t>
            </a:r>
            <a:r>
              <a:rPr lang="en-US" sz="1800" b="1" dirty="0">
                <a:latin typeface="Candara" panose="020E0502030303020204" pitchFamily="34" charset="0"/>
              </a:rPr>
              <a:t> </a:t>
            </a:r>
            <a:r>
              <a:rPr lang="vi-VN" sz="1800" b="1" dirty="0" err="1">
                <a:latin typeface="Candara" panose="020E0502030303020204" pitchFamily="34" charset="0"/>
              </a:rPr>
              <a:t>Web</a:t>
            </a:r>
            <a:r>
              <a:rPr lang="vi-VN" sz="1800" b="1" dirty="0">
                <a:latin typeface="Candara" panose="020E0502030303020204" pitchFamily="34" charset="0"/>
              </a:rPr>
              <a:t> </a:t>
            </a:r>
            <a:r>
              <a:rPr lang="vi-VN" sz="1800" b="1" dirty="0" err="1">
                <a:latin typeface="Candara" panose="020E0502030303020204" pitchFamily="34" charset="0"/>
              </a:rPr>
              <a:t>Docs</a:t>
            </a:r>
            <a:endParaRPr lang="en-US" sz="1800" b="1" dirty="0">
              <a:latin typeface="Candara" panose="020E0502030303020204" pitchFamily="34" charset="0"/>
            </a:endParaRPr>
          </a:p>
          <a:p>
            <a:pPr marL="0" lvl="0" indent="0"/>
            <a:r>
              <a:rPr lang="vi-VN" sz="1600" i="1" dirty="0">
                <a:latin typeface="Candara" panose="020E0502030303020204" pitchFamily="34" charset="0"/>
              </a:rPr>
              <a:t>Hướng dẫn thiết kế </a:t>
            </a:r>
            <a:r>
              <a:rPr lang="vi-VN" sz="1600" i="1" dirty="0" err="1">
                <a:latin typeface="Candara" panose="020E0502030303020204" pitchFamily="34" charset="0"/>
              </a:rPr>
              <a:t>web</a:t>
            </a:r>
            <a:r>
              <a:rPr lang="vi-VN" sz="1600" i="1" dirty="0">
                <a:latin typeface="Candara" panose="020E0502030303020204" pitchFamily="34" charset="0"/>
              </a:rPr>
              <a:t> </a:t>
            </a:r>
            <a:r>
              <a:rPr lang="vi-VN" sz="1600" i="1" dirty="0" err="1">
                <a:latin typeface="Candara" panose="020E0502030303020204" pitchFamily="34" charset="0"/>
              </a:rPr>
              <a:t>responsive</a:t>
            </a:r>
            <a:r>
              <a:rPr lang="vi-VN" sz="1600" i="1" dirty="0">
                <a:latin typeface="Candara" panose="020E0502030303020204" pitchFamily="34" charset="0"/>
              </a:rPr>
              <a:t>: </a:t>
            </a:r>
            <a:r>
              <a:rPr lang="vi-VN" sz="1600" b="1" i="1" dirty="0" err="1">
                <a:latin typeface="Candara" panose="020E0502030303020204" pitchFamily="34" charset="0"/>
                <a:hlinkClick r:id="rId7"/>
              </a:rPr>
              <a:t>developer.mozilla.org</a:t>
            </a:r>
            <a:endParaRPr lang="en-US" sz="1600" b="1" i="1" dirty="0">
              <a:latin typeface="Candara" panose="020E0502030303020204" pitchFamily="34" charset="0"/>
            </a:endParaRPr>
          </a:p>
          <a:p>
            <a:pPr marL="0" lvl="0" indent="0"/>
            <a:endParaRPr lang="en-US" sz="1600" b="1" i="1" dirty="0">
              <a:latin typeface="Candara" panose="020E0502030303020204" pitchFamily="3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andara" panose="020E0502030303020204" pitchFamily="34" charset="0"/>
              </a:rPr>
              <a:t>06. </a:t>
            </a:r>
            <a:r>
              <a:rPr lang="vi-VN" sz="1800" b="1" dirty="0" err="1">
                <a:latin typeface="Candara" panose="020E0502030303020204" pitchFamily="34" charset="0"/>
              </a:rPr>
              <a:t>Canva</a:t>
            </a:r>
            <a:endParaRPr lang="en-US" sz="1800" b="1" dirty="0">
              <a:latin typeface="Candara" panose="020E0502030303020204" pitchFamily="34" charset="0"/>
            </a:endParaRPr>
          </a:p>
          <a:p>
            <a:pPr marL="0" indent="0"/>
            <a:r>
              <a:rPr lang="vi-VN" sz="1600" i="1" dirty="0">
                <a:latin typeface="Candara" panose="020E0502030303020204" pitchFamily="34" charset="0"/>
              </a:rPr>
              <a:t>Công cụ thiết kế đồ họa hỗ trợ chỉnh sửa </a:t>
            </a:r>
            <a:endParaRPr lang="en-US" sz="1600" i="1" dirty="0">
              <a:latin typeface="Candara" panose="020E0502030303020204" pitchFamily="34" charset="0"/>
            </a:endParaRPr>
          </a:p>
          <a:p>
            <a:pPr marL="0" indent="0"/>
            <a:r>
              <a:rPr lang="vi-VN" sz="1600" i="1" dirty="0">
                <a:latin typeface="Candara" panose="020E0502030303020204" pitchFamily="34" charset="0"/>
              </a:rPr>
              <a:t>hình ảnh: </a:t>
            </a:r>
            <a:r>
              <a:rPr lang="vi-VN" sz="1600" b="1" i="1" dirty="0" err="1">
                <a:latin typeface="Candara" panose="020E0502030303020204" pitchFamily="34" charset="0"/>
                <a:hlinkClick r:id="rId8"/>
              </a:rPr>
              <a:t>canva.com</a:t>
            </a:r>
            <a:endParaRPr sz="1600" b="1" i="1" dirty="0">
              <a:latin typeface="Candara" panose="020E0502030303020204" pitchFamily="34" charset="0"/>
            </a:endParaRPr>
          </a:p>
        </p:txBody>
      </p:sp>
      <p:sp>
        <p:nvSpPr>
          <p:cNvPr id="169" name="Google Shape;169;p30">
            <a:extLst>
              <a:ext uri="{FF2B5EF4-FFF2-40B4-BE49-F238E27FC236}">
                <a16:creationId xmlns:a16="http://schemas.microsoft.com/office/drawing/2014/main" id="{4B99F21F-8B98-CD0F-28F4-5B7684F470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29187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ndara" panose="020E0502030303020204" pitchFamily="34" charset="0"/>
              </a:rPr>
              <a:t>Tài Liệu Tham </a:t>
            </a:r>
            <a:r>
              <a:rPr lang="en-US" dirty="0" err="1">
                <a:latin typeface="Candara" panose="020E0502030303020204" pitchFamily="34" charset="0"/>
              </a:rPr>
              <a:t>Khảo</a:t>
            </a:r>
            <a:endParaRPr lang="en-US" i="1" dirty="0">
              <a:latin typeface="Candara" panose="020E0502030303020204" pitchFamily="34" charset="0"/>
            </a:endParaRPr>
          </a:p>
        </p:txBody>
      </p:sp>
      <p:cxnSp>
        <p:nvCxnSpPr>
          <p:cNvPr id="176" name="Google Shape;176;p30">
            <a:extLst>
              <a:ext uri="{FF2B5EF4-FFF2-40B4-BE49-F238E27FC236}">
                <a16:creationId xmlns:a16="http://schemas.microsoft.com/office/drawing/2014/main" id="{906DD370-FBF1-26C4-B8BF-4CF68451722B}"/>
              </a:ext>
            </a:extLst>
          </p:cNvPr>
          <p:cNvCxnSpPr/>
          <p:nvPr/>
        </p:nvCxnSpPr>
        <p:spPr>
          <a:xfrm>
            <a:off x="6830000" y="535948"/>
            <a:ext cx="1517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176;p30">
            <a:extLst>
              <a:ext uri="{FF2B5EF4-FFF2-40B4-BE49-F238E27FC236}">
                <a16:creationId xmlns:a16="http://schemas.microsoft.com/office/drawing/2014/main" id="{74906CD7-BDD9-517B-E7FE-98B31AAA77E5}"/>
              </a:ext>
            </a:extLst>
          </p:cNvPr>
          <p:cNvCxnSpPr/>
          <p:nvPr/>
        </p:nvCxnSpPr>
        <p:spPr>
          <a:xfrm>
            <a:off x="581600" y="535948"/>
            <a:ext cx="1517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C72886B8-85B8-A36A-12CC-76AE363A9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1" y="41478"/>
            <a:ext cx="1214025" cy="307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545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14F8D5F-0C67-C1AF-F80B-018E7C16F42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err="1">
                <a:solidFill>
                  <a:srgbClr val="412828"/>
                </a:solidFill>
                <a:latin typeface="Montserrat Black" pitchFamily="2" charset="0"/>
                <a:ea typeface="+mn-ea"/>
                <a:cs typeface="+mn-cs"/>
              </a:rPr>
              <a:t>Nhóm</a:t>
            </a:r>
            <a:r>
              <a:rPr lang="en-US" sz="1800" b="1" dirty="0">
                <a:solidFill>
                  <a:srgbClr val="412828"/>
                </a:solidFill>
                <a:latin typeface="Montserrat Black" pitchFamily="2" charset="0"/>
                <a:ea typeface="+mn-ea"/>
                <a:cs typeface="+mn-cs"/>
              </a:rPr>
              <a:t> 9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12828"/>
              </a:solidFill>
              <a:effectLst/>
              <a:uLnTx/>
              <a:uFillTx/>
              <a:latin typeface="Montserrat Black" pitchFamily="2" charset="0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412828"/>
                </a:solidFill>
                <a:effectLst/>
                <a:uLnTx/>
                <a:uFillTx/>
                <a:latin typeface="Montserrat Black" pitchFamily="2" charset="0"/>
                <a:ea typeface="+mn-ea"/>
                <a:cs typeface="+mn-cs"/>
              </a:rPr>
              <a:t>Cảm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412828"/>
                </a:solidFill>
                <a:effectLst/>
                <a:uLnTx/>
                <a:uFillTx/>
                <a:latin typeface="Montserrat Black" pitchFamily="2" charset="0"/>
                <a:ea typeface="+mn-ea"/>
                <a:cs typeface="+mn-cs"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412828"/>
                </a:solidFill>
                <a:effectLst/>
                <a:uLnTx/>
                <a:uFillTx/>
                <a:latin typeface="Montserrat Black" pitchFamily="2" charset="0"/>
                <a:ea typeface="+mn-ea"/>
                <a:cs typeface="+mn-cs"/>
              </a:rPr>
              <a:t>Ơn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412828"/>
                </a:solidFill>
                <a:effectLst/>
                <a:uLnTx/>
                <a:uFillTx/>
                <a:latin typeface="Montserrat Black" pitchFamily="2" charset="0"/>
                <a:ea typeface="+mn-ea"/>
                <a:cs typeface="+mn-cs"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412828"/>
                </a:solidFill>
                <a:effectLst/>
                <a:uLnTx/>
                <a:uFillTx/>
                <a:latin typeface="Montserrat Black" pitchFamily="2" charset="0"/>
                <a:ea typeface="+mn-ea"/>
                <a:cs typeface="+mn-cs"/>
              </a:rPr>
              <a:t>Vì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412828"/>
                </a:solidFill>
                <a:effectLst/>
                <a:uLnTx/>
                <a:uFillTx/>
                <a:latin typeface="Montserrat Black" pitchFamily="2" charset="0"/>
                <a:ea typeface="+mn-ea"/>
                <a:cs typeface="+mn-cs"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412828"/>
                </a:solidFill>
                <a:effectLst/>
                <a:uLnTx/>
                <a:uFillTx/>
                <a:latin typeface="Montserrat Black" pitchFamily="2" charset="0"/>
                <a:ea typeface="+mn-ea"/>
                <a:cs typeface="+mn-cs"/>
              </a:rPr>
              <a:t>Đã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412828"/>
                </a:solidFill>
                <a:effectLst/>
                <a:uLnTx/>
                <a:uFillTx/>
                <a:latin typeface="Montserrat Black" pitchFamily="2" charset="0"/>
                <a:ea typeface="+mn-ea"/>
                <a:cs typeface="+mn-cs"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412828"/>
                </a:solidFill>
                <a:effectLst/>
                <a:uLnTx/>
                <a:uFillTx/>
                <a:latin typeface="Montserrat Black" pitchFamily="2" charset="0"/>
                <a:ea typeface="+mn-ea"/>
                <a:cs typeface="+mn-cs"/>
              </a:rPr>
              <a:t>Lắng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412828"/>
                </a:solidFill>
                <a:effectLst/>
                <a:uLnTx/>
                <a:uFillTx/>
                <a:latin typeface="Montserrat Black" pitchFamily="2" charset="0"/>
                <a:ea typeface="+mn-ea"/>
                <a:cs typeface="+mn-cs"/>
              </a:rPr>
              <a:t> Nghe!</a:t>
            </a:r>
            <a:endParaRPr lang="en-US" sz="3600" b="1" dirty="0">
              <a:solidFill>
                <a:srgbClr val="412828"/>
              </a:solidFill>
              <a:latin typeface="Montserrat Black" pitchFamily="2" charset="0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0" cap="none" spc="0" normalizeH="0" baseline="0" noProof="0" dirty="0">
                <a:ln>
                  <a:noFill/>
                </a:ln>
                <a:solidFill>
                  <a:srgbClr val="412828"/>
                </a:solidFill>
                <a:effectLst/>
                <a:uLnTx/>
                <a:uFillTx/>
                <a:latin typeface="Montserrat Black" pitchFamily="2" charset="0"/>
                <a:ea typeface="+mn-ea"/>
                <a:cs typeface="+mn-cs"/>
              </a:rPr>
              <a:t>Mọi ý kiến đóng góp xin được tiếp nhận!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12828"/>
              </a:solidFill>
              <a:effectLst/>
              <a:uLnTx/>
              <a:uFillTx/>
              <a:latin typeface="Montserrat Black" pitchFamily="2" charset="0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12828"/>
              </a:solidFill>
              <a:effectLst/>
              <a:uLnTx/>
              <a:uFillTx/>
              <a:latin typeface="Montserrat Black" pitchFamily="2" charset="0"/>
              <a:ea typeface="+mn-ea"/>
              <a:cs typeface="+mn-c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BA4CA59-C8DE-3A96-135F-45A5D6934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987" y="111816"/>
            <a:ext cx="1214025" cy="307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Watercolor Style by Slidesgo">
  <a:themeElements>
    <a:clrScheme name="Simple Light">
      <a:dk1>
        <a:srgbClr val="412828"/>
      </a:dk1>
      <a:lt1>
        <a:srgbClr val="FAECE1"/>
      </a:lt1>
      <a:dk2>
        <a:srgbClr val="FC985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1282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705</Words>
  <Application>Microsoft Office PowerPoint</Application>
  <PresentationFormat>On-screen Show (16:9)</PresentationFormat>
  <Paragraphs>119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Raleway</vt:lpstr>
      <vt:lpstr>Montserrat</vt:lpstr>
      <vt:lpstr>DM Sans</vt:lpstr>
      <vt:lpstr>Montserrat Medium</vt:lpstr>
      <vt:lpstr>Montserrat Black</vt:lpstr>
      <vt:lpstr>Candara</vt:lpstr>
      <vt:lpstr>Antic Didone</vt:lpstr>
      <vt:lpstr>Arial</vt:lpstr>
      <vt:lpstr>Inter</vt:lpstr>
      <vt:lpstr>Hanken Grotesk</vt:lpstr>
      <vt:lpstr>Watercolor Style by Slidesgo</vt:lpstr>
      <vt:lpstr>Slidesgo Final Pages</vt:lpstr>
      <vt:lpstr>PowerPoint Presentation</vt:lpstr>
      <vt:lpstr>01</vt:lpstr>
      <vt:lpstr>Giới thiệu đề tài</vt:lpstr>
      <vt:lpstr>02 Cấu trúc website</vt:lpstr>
      <vt:lpstr>Thiết kế Figma</vt:lpstr>
      <vt:lpstr>Thiết kế Bootstrap</vt:lpstr>
      <vt:lpstr>Các chức năng của website</vt:lpstr>
      <vt:lpstr>06 Demo website</vt:lpstr>
      <vt:lpstr>Kết Luận</vt:lpstr>
      <vt:lpstr>Tài Liệu Tham Khảo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2374802010192 - Trần Võ Huy - 71K29CNTT12</cp:lastModifiedBy>
  <cp:revision>1</cp:revision>
  <dcterms:modified xsi:type="dcterms:W3CDTF">2025-07-28T17:38:28Z</dcterms:modified>
</cp:coreProperties>
</file>